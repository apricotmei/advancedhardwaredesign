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Questrial"/>
      <p:regular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font" Target="fonts/Questrial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Shape 232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Shape 238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Shape 244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Shape 250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Shape 257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Shape 265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27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Shape 272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showMasterSp="0" type="title">
  <p:cSld name="TITL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53" name="Shape 53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Shape 54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</p:grpSpPr>
        <p:sp>
          <p:nvSpPr>
            <p:cNvPr id="55" name="Shape 55"/>
            <p:cNvSpPr/>
            <p:nvPr/>
          </p:nvSpPr>
          <p:spPr>
            <a:xfrm>
              <a:off x="1209675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Shape 56"/>
            <p:cNvSpPr/>
            <p:nvPr/>
          </p:nvSpPr>
          <p:spPr>
            <a:xfrm>
              <a:off x="1128713" y="2176463"/>
              <a:ext cx="190500" cy="190500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4000" y="108000"/>
                    <a:pt x="108000" y="87000"/>
                    <a:pt x="108000" y="60000"/>
                  </a:cubicBezTo>
                  <a:cubicBezTo>
                    <a:pt x="108000" y="33000"/>
                    <a:pt x="84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Shape 57"/>
            <p:cNvSpPr/>
            <p:nvPr/>
          </p:nvSpPr>
          <p:spPr>
            <a:xfrm>
              <a:off x="1123950" y="4021138"/>
              <a:ext cx="190500" cy="188913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Shape 58"/>
            <p:cNvSpPr/>
            <p:nvPr/>
          </p:nvSpPr>
          <p:spPr>
            <a:xfrm>
              <a:off x="414338" y="9525"/>
              <a:ext cx="28575" cy="448151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Shape 59"/>
            <p:cNvSpPr/>
            <p:nvPr/>
          </p:nvSpPr>
          <p:spPr>
            <a:xfrm>
              <a:off x="333375" y="4481513"/>
              <a:ext cx="190500" cy="190500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Shape 60"/>
            <p:cNvSpPr/>
            <p:nvPr/>
          </p:nvSpPr>
          <p:spPr>
            <a:xfrm>
              <a:off x="190500" y="9525"/>
              <a:ext cx="152400" cy="908050"/>
            </a:xfrm>
            <a:custGeom>
              <a:pathLst>
                <a:path extrusionOk="0" h="120000" w="120000">
                  <a:moveTo>
                    <a:pt x="18750" y="120000"/>
                  </a:moveTo>
                  <a:lnTo>
                    <a:pt x="0" y="118741"/>
                  </a:lnTo>
                  <a:lnTo>
                    <a:pt x="101250" y="79720"/>
                  </a:lnTo>
                  <a:lnTo>
                    <a:pt x="101250" y="0"/>
                  </a:lnTo>
                  <a:lnTo>
                    <a:pt x="120000" y="0"/>
                  </a:lnTo>
                  <a:lnTo>
                    <a:pt x="120000" y="80349"/>
                  </a:lnTo>
                  <a:lnTo>
                    <a:pt x="1875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1" name="Shape 61"/>
            <p:cNvSpPr/>
            <p:nvPr/>
          </p:nvSpPr>
          <p:spPr>
            <a:xfrm>
              <a:off x="1290638" y="14288"/>
              <a:ext cx="376238" cy="1801813"/>
            </a:xfrm>
            <a:custGeom>
              <a:pathLst>
                <a:path extrusionOk="0" h="120000" w="120000">
                  <a:moveTo>
                    <a:pt x="112405" y="120000"/>
                  </a:moveTo>
                  <a:lnTo>
                    <a:pt x="0" y="65550"/>
                  </a:lnTo>
                  <a:lnTo>
                    <a:pt x="0" y="0"/>
                  </a:lnTo>
                  <a:lnTo>
                    <a:pt x="9113" y="0"/>
                  </a:lnTo>
                  <a:lnTo>
                    <a:pt x="9113" y="65233"/>
                  </a:lnTo>
                  <a:lnTo>
                    <a:pt x="120000" y="119365"/>
                  </a:lnTo>
                  <a:lnTo>
                    <a:pt x="112405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2" name="Shape 62"/>
            <p:cNvSpPr/>
            <p:nvPr/>
          </p:nvSpPr>
          <p:spPr>
            <a:xfrm>
              <a:off x="1600200" y="1801813"/>
              <a:ext cx="190500" cy="188913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4000" y="108000"/>
                    <a:pt x="108000" y="87000"/>
                    <a:pt x="108000" y="60000"/>
                  </a:cubicBezTo>
                  <a:cubicBezTo>
                    <a:pt x="108000" y="33000"/>
                    <a:pt x="84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Shape 63"/>
            <p:cNvSpPr/>
            <p:nvPr/>
          </p:nvSpPr>
          <p:spPr>
            <a:xfrm>
              <a:off x="1381125" y="9525"/>
              <a:ext cx="371475" cy="1425575"/>
            </a:xfrm>
            <a:custGeom>
              <a:pathLst>
                <a:path extrusionOk="0" h="120000" w="120000">
                  <a:moveTo>
                    <a:pt x="112307" y="120000"/>
                  </a:moveTo>
                  <a:lnTo>
                    <a:pt x="0" y="51180"/>
                  </a:lnTo>
                  <a:lnTo>
                    <a:pt x="0" y="0"/>
                  </a:lnTo>
                  <a:lnTo>
                    <a:pt x="7692" y="0"/>
                  </a:lnTo>
                  <a:lnTo>
                    <a:pt x="7692" y="50779"/>
                  </a:lnTo>
                  <a:lnTo>
                    <a:pt x="120000" y="119198"/>
                  </a:lnTo>
                  <a:lnTo>
                    <a:pt x="112307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4" name="Shape 64"/>
            <p:cNvSpPr/>
            <p:nvPr/>
          </p:nvSpPr>
          <p:spPr>
            <a:xfrm>
              <a:off x="1643063" y="0"/>
              <a:ext cx="152400" cy="912813"/>
            </a:xfrm>
            <a:custGeom>
              <a:pathLst>
                <a:path extrusionOk="0" h="120000" w="120000">
                  <a:moveTo>
                    <a:pt x="120000" y="120000"/>
                  </a:moveTo>
                  <a:lnTo>
                    <a:pt x="97500" y="120000"/>
                  </a:lnTo>
                  <a:lnTo>
                    <a:pt x="97500" y="40069"/>
                  </a:lnTo>
                  <a:lnTo>
                    <a:pt x="0" y="1252"/>
                  </a:lnTo>
                  <a:lnTo>
                    <a:pt x="18750" y="0"/>
                  </a:lnTo>
                  <a:lnTo>
                    <a:pt x="120000" y="39443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5" name="Shape 65"/>
            <p:cNvSpPr/>
            <p:nvPr/>
          </p:nvSpPr>
          <p:spPr>
            <a:xfrm>
              <a:off x="1685925" y="1420813"/>
              <a:ext cx="190500" cy="190500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Shape 66"/>
            <p:cNvSpPr/>
            <p:nvPr/>
          </p:nvSpPr>
          <p:spPr>
            <a:xfrm>
              <a:off x="1685925" y="903288"/>
              <a:ext cx="190500" cy="190500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Shape 67"/>
            <p:cNvSpPr/>
            <p:nvPr/>
          </p:nvSpPr>
          <p:spPr>
            <a:xfrm>
              <a:off x="1743075" y="4763"/>
              <a:ext cx="419100" cy="522288"/>
            </a:xfrm>
            <a:custGeom>
              <a:pathLst>
                <a:path extrusionOk="0" h="120000" w="120000">
                  <a:moveTo>
                    <a:pt x="114545" y="120000"/>
                  </a:moveTo>
                  <a:lnTo>
                    <a:pt x="20454" y="43768"/>
                  </a:lnTo>
                  <a:lnTo>
                    <a:pt x="0" y="2188"/>
                  </a:lnTo>
                  <a:lnTo>
                    <a:pt x="6818" y="0"/>
                  </a:lnTo>
                  <a:lnTo>
                    <a:pt x="27272" y="40486"/>
                  </a:lnTo>
                  <a:lnTo>
                    <a:pt x="120000" y="115623"/>
                  </a:lnTo>
                  <a:lnTo>
                    <a:pt x="114545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8" name="Shape 68"/>
            <p:cNvSpPr/>
            <p:nvPr/>
          </p:nvSpPr>
          <p:spPr>
            <a:xfrm>
              <a:off x="2119313" y="488950"/>
              <a:ext cx="161925" cy="147638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45882" y="120000"/>
                    <a:pt x="31764" y="116129"/>
                    <a:pt x="21176" y="104516"/>
                  </a:cubicBezTo>
                  <a:cubicBezTo>
                    <a:pt x="0" y="77419"/>
                    <a:pt x="0" y="38709"/>
                    <a:pt x="21176" y="15483"/>
                  </a:cubicBezTo>
                  <a:cubicBezTo>
                    <a:pt x="31764" y="3870"/>
                    <a:pt x="45882" y="0"/>
                    <a:pt x="60000" y="0"/>
                  </a:cubicBezTo>
                  <a:cubicBezTo>
                    <a:pt x="74117" y="0"/>
                    <a:pt x="88235" y="3870"/>
                    <a:pt x="98823" y="15483"/>
                  </a:cubicBezTo>
                  <a:cubicBezTo>
                    <a:pt x="120000" y="38709"/>
                    <a:pt x="120000" y="77419"/>
                    <a:pt x="98823" y="104516"/>
                  </a:cubicBezTo>
                  <a:cubicBezTo>
                    <a:pt x="88235" y="116129"/>
                    <a:pt x="74117" y="120000"/>
                    <a:pt x="60000" y="120000"/>
                  </a:cubicBezTo>
                  <a:close/>
                  <a:moveTo>
                    <a:pt x="60000" y="15483"/>
                  </a:moveTo>
                  <a:cubicBezTo>
                    <a:pt x="49411" y="15483"/>
                    <a:pt x="38823" y="19354"/>
                    <a:pt x="31764" y="27096"/>
                  </a:cubicBezTo>
                  <a:cubicBezTo>
                    <a:pt x="14117" y="46451"/>
                    <a:pt x="14117" y="73548"/>
                    <a:pt x="31764" y="92903"/>
                  </a:cubicBezTo>
                  <a:cubicBezTo>
                    <a:pt x="38823" y="100645"/>
                    <a:pt x="49411" y="104516"/>
                    <a:pt x="60000" y="104516"/>
                  </a:cubicBezTo>
                  <a:cubicBezTo>
                    <a:pt x="70588" y="104516"/>
                    <a:pt x="81176" y="100645"/>
                    <a:pt x="88235" y="92903"/>
                  </a:cubicBezTo>
                  <a:cubicBezTo>
                    <a:pt x="105882" y="73548"/>
                    <a:pt x="105882" y="46451"/>
                    <a:pt x="88235" y="27096"/>
                  </a:cubicBezTo>
                  <a:cubicBezTo>
                    <a:pt x="81176" y="19354"/>
                    <a:pt x="70588" y="15483"/>
                    <a:pt x="60000" y="1548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Shape 69"/>
            <p:cNvSpPr/>
            <p:nvPr/>
          </p:nvSpPr>
          <p:spPr>
            <a:xfrm>
              <a:off x="952500" y="4763"/>
              <a:ext cx="152400" cy="908050"/>
            </a:xfrm>
            <a:custGeom>
              <a:pathLst>
                <a:path extrusionOk="0" h="120000" w="120000">
                  <a:moveTo>
                    <a:pt x="18750" y="120000"/>
                  </a:moveTo>
                  <a:lnTo>
                    <a:pt x="0" y="120000"/>
                  </a:lnTo>
                  <a:lnTo>
                    <a:pt x="0" y="39650"/>
                  </a:lnTo>
                  <a:lnTo>
                    <a:pt x="101250" y="0"/>
                  </a:lnTo>
                  <a:lnTo>
                    <a:pt x="120000" y="1258"/>
                  </a:lnTo>
                  <a:lnTo>
                    <a:pt x="18750" y="40279"/>
                  </a:lnTo>
                  <a:lnTo>
                    <a:pt x="1875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0" name="Shape 70"/>
            <p:cNvSpPr/>
            <p:nvPr/>
          </p:nvSpPr>
          <p:spPr>
            <a:xfrm>
              <a:off x="866775" y="903288"/>
              <a:ext cx="190500" cy="190500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6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6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Shape 71"/>
            <p:cNvSpPr/>
            <p:nvPr/>
          </p:nvSpPr>
          <p:spPr>
            <a:xfrm>
              <a:off x="890588" y="1554163"/>
              <a:ext cx="190500" cy="190500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4000"/>
                    <a:pt x="33000" y="108000"/>
                    <a:pt x="60000" y="108000"/>
                  </a:cubicBezTo>
                  <a:cubicBezTo>
                    <a:pt x="87000" y="108000"/>
                    <a:pt x="108000" y="84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Shape 72"/>
            <p:cNvSpPr/>
            <p:nvPr/>
          </p:nvSpPr>
          <p:spPr>
            <a:xfrm>
              <a:off x="738188" y="5622925"/>
              <a:ext cx="338138" cy="1216025"/>
            </a:xfrm>
            <a:custGeom>
              <a:pathLst>
                <a:path extrusionOk="0" h="120000" w="120000">
                  <a:moveTo>
                    <a:pt x="119999" y="120000"/>
                  </a:moveTo>
                  <a:lnTo>
                    <a:pt x="109859" y="120000"/>
                  </a:lnTo>
                  <a:lnTo>
                    <a:pt x="109859" y="72689"/>
                  </a:lnTo>
                  <a:lnTo>
                    <a:pt x="0" y="939"/>
                  </a:lnTo>
                  <a:lnTo>
                    <a:pt x="6760" y="0"/>
                  </a:lnTo>
                  <a:lnTo>
                    <a:pt x="119999" y="72219"/>
                  </a:lnTo>
                  <a:lnTo>
                    <a:pt x="119999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3" name="Shape 73"/>
            <p:cNvSpPr/>
            <p:nvPr/>
          </p:nvSpPr>
          <p:spPr>
            <a:xfrm>
              <a:off x="647700" y="5480050"/>
              <a:ext cx="157163" cy="157163"/>
            </a:xfrm>
            <a:custGeom>
              <a:pathLst>
                <a:path extrusionOk="0" h="120000" w="120000">
                  <a:moveTo>
                    <a:pt x="61818" y="120000"/>
                  </a:moveTo>
                  <a:cubicBezTo>
                    <a:pt x="29090" y="120000"/>
                    <a:pt x="0" y="94545"/>
                    <a:pt x="0" y="61818"/>
                  </a:cubicBezTo>
                  <a:cubicBezTo>
                    <a:pt x="0" y="29090"/>
                    <a:pt x="29090" y="0"/>
                    <a:pt x="61818" y="0"/>
                  </a:cubicBezTo>
                  <a:cubicBezTo>
                    <a:pt x="94545" y="0"/>
                    <a:pt x="120000" y="29090"/>
                    <a:pt x="120000" y="61818"/>
                  </a:cubicBezTo>
                  <a:cubicBezTo>
                    <a:pt x="120000" y="94545"/>
                    <a:pt x="94545" y="120000"/>
                    <a:pt x="61818" y="120000"/>
                  </a:cubicBezTo>
                  <a:close/>
                  <a:moveTo>
                    <a:pt x="61818" y="14545"/>
                  </a:moveTo>
                  <a:cubicBezTo>
                    <a:pt x="36363" y="14545"/>
                    <a:pt x="14545" y="36363"/>
                    <a:pt x="14545" y="61818"/>
                  </a:cubicBezTo>
                  <a:cubicBezTo>
                    <a:pt x="14545" y="87272"/>
                    <a:pt x="36363" y="105454"/>
                    <a:pt x="61818" y="105454"/>
                  </a:cubicBezTo>
                  <a:cubicBezTo>
                    <a:pt x="83636" y="105454"/>
                    <a:pt x="105454" y="87272"/>
                    <a:pt x="105454" y="61818"/>
                  </a:cubicBezTo>
                  <a:cubicBezTo>
                    <a:pt x="105454" y="36363"/>
                    <a:pt x="83636" y="14545"/>
                    <a:pt x="61818" y="1454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Shape 74"/>
            <p:cNvSpPr/>
            <p:nvPr/>
          </p:nvSpPr>
          <p:spPr>
            <a:xfrm>
              <a:off x="66675" y="903288"/>
              <a:ext cx="190500" cy="190500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6000" y="0"/>
                    <a:pt x="120000" y="27000"/>
                    <a:pt x="120000" y="60000"/>
                  </a:cubicBezTo>
                  <a:cubicBezTo>
                    <a:pt x="120000" y="93000"/>
                    <a:pt x="96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6000" y="12000"/>
                    <a:pt x="12000" y="36000"/>
                    <a:pt x="12000" y="60000"/>
                  </a:cubicBezTo>
                  <a:cubicBezTo>
                    <a:pt x="12000" y="87000"/>
                    <a:pt x="36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6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Shape 75"/>
            <p:cNvSpPr/>
            <p:nvPr/>
          </p:nvSpPr>
          <p:spPr>
            <a:xfrm>
              <a:off x="0" y="3897313"/>
              <a:ext cx="133350" cy="266700"/>
            </a:xfrm>
            <a:custGeom>
              <a:pathLst>
                <a:path extrusionOk="0" h="120000" w="120000">
                  <a:moveTo>
                    <a:pt x="98571" y="120000"/>
                  </a:moveTo>
                  <a:lnTo>
                    <a:pt x="0" y="4285"/>
                  </a:lnTo>
                  <a:lnTo>
                    <a:pt x="17142" y="0"/>
                  </a:lnTo>
                  <a:lnTo>
                    <a:pt x="120000" y="115714"/>
                  </a:lnTo>
                  <a:lnTo>
                    <a:pt x="98571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6" name="Shape 76"/>
            <p:cNvSpPr/>
            <p:nvPr/>
          </p:nvSpPr>
          <p:spPr>
            <a:xfrm>
              <a:off x="66675" y="4149725"/>
              <a:ext cx="190500" cy="188913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4000"/>
                    <a:pt x="33000" y="108000"/>
                    <a:pt x="60000" y="108000"/>
                  </a:cubicBezTo>
                  <a:cubicBezTo>
                    <a:pt x="87000" y="108000"/>
                    <a:pt x="108000" y="84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Shape 77"/>
            <p:cNvSpPr/>
            <p:nvPr/>
          </p:nvSpPr>
          <p:spPr>
            <a:xfrm>
              <a:off x="0" y="1644650"/>
              <a:ext cx="133350" cy="269875"/>
            </a:xfrm>
            <a:custGeom>
              <a:pathLst>
                <a:path extrusionOk="0" h="120000" w="120000">
                  <a:moveTo>
                    <a:pt x="17142" y="120000"/>
                  </a:moveTo>
                  <a:lnTo>
                    <a:pt x="0" y="115764"/>
                  </a:lnTo>
                  <a:lnTo>
                    <a:pt x="98571" y="0"/>
                  </a:lnTo>
                  <a:lnTo>
                    <a:pt x="120000" y="4235"/>
                  </a:lnTo>
                  <a:lnTo>
                    <a:pt x="17142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8" name="Shape 78"/>
            <p:cNvSpPr/>
            <p:nvPr/>
          </p:nvSpPr>
          <p:spPr>
            <a:xfrm>
              <a:off x="66675" y="1468438"/>
              <a:ext cx="190500" cy="190500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4000"/>
                    <a:pt x="33000" y="108000"/>
                    <a:pt x="60000" y="108000"/>
                  </a:cubicBezTo>
                  <a:cubicBezTo>
                    <a:pt x="87000" y="108000"/>
                    <a:pt x="108000" y="84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Shape 79"/>
            <p:cNvSpPr/>
            <p:nvPr/>
          </p:nvSpPr>
          <p:spPr>
            <a:xfrm>
              <a:off x="695325" y="4763"/>
              <a:ext cx="309563" cy="1558925"/>
            </a:xfrm>
            <a:custGeom>
              <a:pathLst>
                <a:path extrusionOk="0" h="120000" w="120000">
                  <a:moveTo>
                    <a:pt x="120000" y="120000"/>
                  </a:moveTo>
                  <a:lnTo>
                    <a:pt x="108923" y="120000"/>
                  </a:lnTo>
                  <a:lnTo>
                    <a:pt x="108923" y="98370"/>
                  </a:lnTo>
                  <a:lnTo>
                    <a:pt x="0" y="76863"/>
                  </a:lnTo>
                  <a:lnTo>
                    <a:pt x="0" y="0"/>
                  </a:lnTo>
                  <a:lnTo>
                    <a:pt x="11076" y="0"/>
                  </a:lnTo>
                  <a:lnTo>
                    <a:pt x="11076" y="76130"/>
                  </a:lnTo>
                  <a:lnTo>
                    <a:pt x="120000" y="9727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0" name="Shape 80"/>
            <p:cNvSpPr/>
            <p:nvPr/>
          </p:nvSpPr>
          <p:spPr>
            <a:xfrm>
              <a:off x="57150" y="4881563"/>
              <a:ext cx="190500" cy="188913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6000" y="12000"/>
                    <a:pt x="12000" y="33000"/>
                    <a:pt x="12000" y="60000"/>
                  </a:cubicBezTo>
                  <a:cubicBezTo>
                    <a:pt x="12000" y="87000"/>
                    <a:pt x="36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Shape 81"/>
            <p:cNvSpPr/>
            <p:nvPr/>
          </p:nvSpPr>
          <p:spPr>
            <a:xfrm>
              <a:off x="138113" y="5060950"/>
              <a:ext cx="304800" cy="1778000"/>
            </a:xfrm>
            <a:custGeom>
              <a:pathLst>
                <a:path extrusionOk="0" h="120000" w="120000">
                  <a:moveTo>
                    <a:pt x="120000" y="120000"/>
                  </a:moveTo>
                  <a:lnTo>
                    <a:pt x="110625" y="120000"/>
                  </a:lnTo>
                  <a:lnTo>
                    <a:pt x="110625" y="38571"/>
                  </a:lnTo>
                  <a:lnTo>
                    <a:pt x="0" y="19607"/>
                  </a:lnTo>
                  <a:lnTo>
                    <a:pt x="0" y="0"/>
                  </a:lnTo>
                  <a:lnTo>
                    <a:pt x="9375" y="0"/>
                  </a:lnTo>
                  <a:lnTo>
                    <a:pt x="9375" y="18964"/>
                  </a:lnTo>
                  <a:lnTo>
                    <a:pt x="120000" y="37928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2" name="Shape 82"/>
            <p:cNvSpPr/>
            <p:nvPr/>
          </p:nvSpPr>
          <p:spPr>
            <a:xfrm>
              <a:off x="561975" y="6430963"/>
              <a:ext cx="190500" cy="188913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6000" y="12000"/>
                    <a:pt x="12000" y="33000"/>
                    <a:pt x="12000" y="60000"/>
                  </a:cubicBezTo>
                  <a:cubicBezTo>
                    <a:pt x="12000" y="87000"/>
                    <a:pt x="36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Shape 83"/>
            <p:cNvSpPr/>
            <p:nvPr/>
          </p:nvSpPr>
          <p:spPr>
            <a:xfrm>
              <a:off x="642938" y="6610350"/>
              <a:ext cx="23813" cy="242888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Shape 84"/>
            <p:cNvSpPr/>
            <p:nvPr/>
          </p:nvSpPr>
          <p:spPr>
            <a:xfrm>
              <a:off x="76200" y="6430963"/>
              <a:ext cx="190500" cy="188913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6000" y="0"/>
                    <a:pt x="120000" y="27000"/>
                    <a:pt x="120000" y="60000"/>
                  </a:cubicBezTo>
                  <a:cubicBezTo>
                    <a:pt x="120000" y="93000"/>
                    <a:pt x="96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6000" y="12000"/>
                    <a:pt x="12000" y="33000"/>
                    <a:pt x="12000" y="60000"/>
                  </a:cubicBezTo>
                  <a:cubicBezTo>
                    <a:pt x="12000" y="87000"/>
                    <a:pt x="36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Shape 85"/>
            <p:cNvSpPr/>
            <p:nvPr/>
          </p:nvSpPr>
          <p:spPr>
            <a:xfrm>
              <a:off x="0" y="5978525"/>
              <a:ext cx="190500" cy="461963"/>
            </a:xfrm>
            <a:custGeom>
              <a:pathLst>
                <a:path extrusionOk="0" h="120000" w="120000">
                  <a:moveTo>
                    <a:pt x="120000" y="120000"/>
                  </a:moveTo>
                  <a:lnTo>
                    <a:pt x="105000" y="120000"/>
                  </a:lnTo>
                  <a:lnTo>
                    <a:pt x="105000" y="47010"/>
                  </a:lnTo>
                  <a:lnTo>
                    <a:pt x="0" y="3711"/>
                  </a:lnTo>
                  <a:lnTo>
                    <a:pt x="12000" y="0"/>
                  </a:lnTo>
                  <a:lnTo>
                    <a:pt x="120000" y="44536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6" name="Shape 86"/>
            <p:cNvSpPr/>
            <p:nvPr/>
          </p:nvSpPr>
          <p:spPr>
            <a:xfrm>
              <a:off x="1014413" y="1801813"/>
              <a:ext cx="214313" cy="755650"/>
            </a:xfrm>
            <a:custGeom>
              <a:pathLst>
                <a:path extrusionOk="0" h="120000" w="120000">
                  <a:moveTo>
                    <a:pt x="10666" y="120000"/>
                  </a:moveTo>
                  <a:lnTo>
                    <a:pt x="0" y="120000"/>
                  </a:lnTo>
                  <a:lnTo>
                    <a:pt x="0" y="32268"/>
                  </a:lnTo>
                  <a:lnTo>
                    <a:pt x="112000" y="0"/>
                  </a:lnTo>
                  <a:lnTo>
                    <a:pt x="120000" y="2268"/>
                  </a:lnTo>
                  <a:lnTo>
                    <a:pt x="10666" y="33025"/>
                  </a:lnTo>
                  <a:lnTo>
                    <a:pt x="10666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7" name="Shape 87"/>
            <p:cNvSpPr/>
            <p:nvPr/>
          </p:nvSpPr>
          <p:spPr>
            <a:xfrm>
              <a:off x="938213" y="2547938"/>
              <a:ext cx="166688" cy="160338"/>
            </a:xfrm>
            <a:custGeom>
              <a:pathLst>
                <a:path extrusionOk="0" h="120000" w="120000">
                  <a:moveTo>
                    <a:pt x="61714" y="120000"/>
                  </a:moveTo>
                  <a:cubicBezTo>
                    <a:pt x="27428" y="120000"/>
                    <a:pt x="0" y="91764"/>
                    <a:pt x="0" y="60000"/>
                  </a:cubicBezTo>
                  <a:cubicBezTo>
                    <a:pt x="0" y="24705"/>
                    <a:pt x="27428" y="0"/>
                    <a:pt x="61714" y="0"/>
                  </a:cubicBezTo>
                  <a:cubicBezTo>
                    <a:pt x="92571" y="0"/>
                    <a:pt x="120000" y="24705"/>
                    <a:pt x="120000" y="60000"/>
                  </a:cubicBezTo>
                  <a:cubicBezTo>
                    <a:pt x="120000" y="91764"/>
                    <a:pt x="92571" y="120000"/>
                    <a:pt x="61714" y="120000"/>
                  </a:cubicBezTo>
                  <a:close/>
                  <a:moveTo>
                    <a:pt x="61714" y="14117"/>
                  </a:moveTo>
                  <a:cubicBezTo>
                    <a:pt x="34285" y="14117"/>
                    <a:pt x="13714" y="35294"/>
                    <a:pt x="13714" y="60000"/>
                  </a:cubicBezTo>
                  <a:cubicBezTo>
                    <a:pt x="13714" y="84705"/>
                    <a:pt x="34285" y="105882"/>
                    <a:pt x="61714" y="105882"/>
                  </a:cubicBezTo>
                  <a:cubicBezTo>
                    <a:pt x="85714" y="105882"/>
                    <a:pt x="106285" y="84705"/>
                    <a:pt x="106285" y="60000"/>
                  </a:cubicBezTo>
                  <a:cubicBezTo>
                    <a:pt x="106285" y="35294"/>
                    <a:pt x="85714" y="14117"/>
                    <a:pt x="61714" y="14117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Shape 88"/>
            <p:cNvSpPr/>
            <p:nvPr/>
          </p:nvSpPr>
          <p:spPr>
            <a:xfrm>
              <a:off x="595313" y="4763"/>
              <a:ext cx="638175" cy="4025900"/>
            </a:xfrm>
            <a:custGeom>
              <a:pathLst>
                <a:path extrusionOk="0" h="120000" w="120000">
                  <a:moveTo>
                    <a:pt x="120000" y="120000"/>
                  </a:moveTo>
                  <a:lnTo>
                    <a:pt x="115522" y="120000"/>
                  </a:lnTo>
                  <a:lnTo>
                    <a:pt x="115522" y="109353"/>
                  </a:lnTo>
                  <a:lnTo>
                    <a:pt x="0" y="91088"/>
                  </a:lnTo>
                  <a:lnTo>
                    <a:pt x="0" y="0"/>
                  </a:lnTo>
                  <a:lnTo>
                    <a:pt x="4477" y="0"/>
                  </a:lnTo>
                  <a:lnTo>
                    <a:pt x="4477" y="90662"/>
                  </a:lnTo>
                  <a:lnTo>
                    <a:pt x="120000" y="108927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9" name="Shape 89"/>
            <p:cNvSpPr/>
            <p:nvPr/>
          </p:nvSpPr>
          <p:spPr>
            <a:xfrm>
              <a:off x="1223963" y="1382713"/>
              <a:ext cx="142875" cy="476250"/>
            </a:xfrm>
            <a:custGeom>
              <a:pathLst>
                <a:path extrusionOk="0" h="120000" w="120000">
                  <a:moveTo>
                    <a:pt x="120000" y="120000"/>
                  </a:moveTo>
                  <a:lnTo>
                    <a:pt x="104000" y="120000"/>
                  </a:lnTo>
                  <a:lnTo>
                    <a:pt x="104000" y="33600"/>
                  </a:lnTo>
                  <a:lnTo>
                    <a:pt x="0" y="3600"/>
                  </a:lnTo>
                  <a:lnTo>
                    <a:pt x="12000" y="0"/>
                  </a:lnTo>
                  <a:lnTo>
                    <a:pt x="120000" y="324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0" name="Shape 90"/>
            <p:cNvSpPr/>
            <p:nvPr/>
          </p:nvSpPr>
          <p:spPr>
            <a:xfrm>
              <a:off x="1300163" y="1849438"/>
              <a:ext cx="109538" cy="107950"/>
            </a:xfrm>
            <a:custGeom>
              <a:pathLst>
                <a:path extrusionOk="0" h="120000" w="120000">
                  <a:moveTo>
                    <a:pt x="62608" y="120000"/>
                  </a:moveTo>
                  <a:cubicBezTo>
                    <a:pt x="26086" y="120000"/>
                    <a:pt x="0" y="93913"/>
                    <a:pt x="0" y="62608"/>
                  </a:cubicBezTo>
                  <a:cubicBezTo>
                    <a:pt x="0" y="26086"/>
                    <a:pt x="26086" y="0"/>
                    <a:pt x="62608" y="0"/>
                  </a:cubicBezTo>
                  <a:cubicBezTo>
                    <a:pt x="93913" y="0"/>
                    <a:pt x="120000" y="26086"/>
                    <a:pt x="120000" y="62608"/>
                  </a:cubicBezTo>
                  <a:cubicBezTo>
                    <a:pt x="120000" y="93913"/>
                    <a:pt x="93913" y="120000"/>
                    <a:pt x="62608" y="120000"/>
                  </a:cubicBezTo>
                  <a:close/>
                  <a:moveTo>
                    <a:pt x="62608" y="20869"/>
                  </a:moveTo>
                  <a:cubicBezTo>
                    <a:pt x="41739" y="20869"/>
                    <a:pt x="20869" y="41739"/>
                    <a:pt x="20869" y="62608"/>
                  </a:cubicBezTo>
                  <a:cubicBezTo>
                    <a:pt x="20869" y="83478"/>
                    <a:pt x="41739" y="99130"/>
                    <a:pt x="62608" y="99130"/>
                  </a:cubicBezTo>
                  <a:cubicBezTo>
                    <a:pt x="83478" y="99130"/>
                    <a:pt x="99130" y="83478"/>
                    <a:pt x="99130" y="62608"/>
                  </a:cubicBezTo>
                  <a:cubicBezTo>
                    <a:pt x="99130" y="41739"/>
                    <a:pt x="83478" y="20869"/>
                    <a:pt x="62608" y="2086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Shape 91"/>
            <p:cNvSpPr/>
            <p:nvPr/>
          </p:nvSpPr>
          <p:spPr>
            <a:xfrm>
              <a:off x="280988" y="3417888"/>
              <a:ext cx="142875" cy="474663"/>
            </a:xfrm>
            <a:custGeom>
              <a:pathLst>
                <a:path extrusionOk="0" h="120000" w="120000">
                  <a:moveTo>
                    <a:pt x="16000" y="120000"/>
                  </a:moveTo>
                  <a:lnTo>
                    <a:pt x="0" y="120000"/>
                  </a:lnTo>
                  <a:lnTo>
                    <a:pt x="0" y="32107"/>
                  </a:lnTo>
                  <a:lnTo>
                    <a:pt x="108000" y="0"/>
                  </a:lnTo>
                  <a:lnTo>
                    <a:pt x="120000" y="3210"/>
                  </a:lnTo>
                  <a:lnTo>
                    <a:pt x="16000" y="33311"/>
                  </a:lnTo>
                  <a:lnTo>
                    <a:pt x="16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2" name="Shape 92"/>
            <p:cNvSpPr/>
            <p:nvPr/>
          </p:nvSpPr>
          <p:spPr>
            <a:xfrm>
              <a:off x="238125" y="3883025"/>
              <a:ext cx="109538" cy="109538"/>
            </a:xfrm>
            <a:custGeom>
              <a:pathLst>
                <a:path extrusionOk="0" h="120000" w="120000">
                  <a:moveTo>
                    <a:pt x="57391" y="120000"/>
                  </a:moveTo>
                  <a:cubicBezTo>
                    <a:pt x="26086" y="120000"/>
                    <a:pt x="0" y="93913"/>
                    <a:pt x="0" y="62608"/>
                  </a:cubicBezTo>
                  <a:cubicBezTo>
                    <a:pt x="0" y="26086"/>
                    <a:pt x="26086" y="0"/>
                    <a:pt x="57391" y="0"/>
                  </a:cubicBezTo>
                  <a:cubicBezTo>
                    <a:pt x="88695" y="0"/>
                    <a:pt x="120000" y="26086"/>
                    <a:pt x="120000" y="62608"/>
                  </a:cubicBezTo>
                  <a:cubicBezTo>
                    <a:pt x="120000" y="93913"/>
                    <a:pt x="88695" y="120000"/>
                    <a:pt x="57391" y="120000"/>
                  </a:cubicBezTo>
                  <a:close/>
                  <a:moveTo>
                    <a:pt x="57391" y="20869"/>
                  </a:moveTo>
                  <a:cubicBezTo>
                    <a:pt x="36521" y="20869"/>
                    <a:pt x="20869" y="41739"/>
                    <a:pt x="20869" y="62608"/>
                  </a:cubicBezTo>
                  <a:cubicBezTo>
                    <a:pt x="20869" y="83478"/>
                    <a:pt x="36521" y="99130"/>
                    <a:pt x="57391" y="99130"/>
                  </a:cubicBezTo>
                  <a:cubicBezTo>
                    <a:pt x="78260" y="99130"/>
                    <a:pt x="99130" y="83478"/>
                    <a:pt x="99130" y="62608"/>
                  </a:cubicBezTo>
                  <a:cubicBezTo>
                    <a:pt x="99130" y="41739"/>
                    <a:pt x="78260" y="20869"/>
                    <a:pt x="57391" y="2086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Shape 93"/>
            <p:cNvSpPr/>
            <p:nvPr/>
          </p:nvSpPr>
          <p:spPr>
            <a:xfrm>
              <a:off x="4763" y="2166938"/>
              <a:ext cx="114300" cy="452438"/>
            </a:xfrm>
            <a:custGeom>
              <a:pathLst>
                <a:path extrusionOk="0" h="120000" w="120000">
                  <a:moveTo>
                    <a:pt x="10000" y="119999"/>
                  </a:moveTo>
                  <a:lnTo>
                    <a:pt x="0" y="116210"/>
                  </a:lnTo>
                  <a:lnTo>
                    <a:pt x="100000" y="90947"/>
                  </a:lnTo>
                  <a:lnTo>
                    <a:pt x="100000" y="0"/>
                  </a:lnTo>
                  <a:lnTo>
                    <a:pt x="120000" y="0"/>
                  </a:lnTo>
                  <a:lnTo>
                    <a:pt x="120000" y="93473"/>
                  </a:lnTo>
                  <a:lnTo>
                    <a:pt x="10000" y="11999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4" name="Shape 94"/>
            <p:cNvSpPr/>
            <p:nvPr/>
          </p:nvSpPr>
          <p:spPr>
            <a:xfrm>
              <a:off x="52388" y="2066925"/>
              <a:ext cx="109538" cy="109538"/>
            </a:xfrm>
            <a:custGeom>
              <a:pathLst>
                <a:path extrusionOk="0" h="120000" w="120000">
                  <a:moveTo>
                    <a:pt x="62608" y="120000"/>
                  </a:moveTo>
                  <a:cubicBezTo>
                    <a:pt x="26086" y="120000"/>
                    <a:pt x="0" y="93913"/>
                    <a:pt x="0" y="62608"/>
                  </a:cubicBezTo>
                  <a:cubicBezTo>
                    <a:pt x="0" y="26086"/>
                    <a:pt x="26086" y="0"/>
                    <a:pt x="62608" y="0"/>
                  </a:cubicBezTo>
                  <a:cubicBezTo>
                    <a:pt x="93913" y="0"/>
                    <a:pt x="120000" y="26086"/>
                    <a:pt x="120000" y="62608"/>
                  </a:cubicBezTo>
                  <a:cubicBezTo>
                    <a:pt x="120000" y="93913"/>
                    <a:pt x="93913" y="120000"/>
                    <a:pt x="62608" y="120000"/>
                  </a:cubicBezTo>
                  <a:close/>
                  <a:moveTo>
                    <a:pt x="62608" y="20869"/>
                  </a:moveTo>
                  <a:cubicBezTo>
                    <a:pt x="41739" y="20869"/>
                    <a:pt x="20869" y="41739"/>
                    <a:pt x="20869" y="62608"/>
                  </a:cubicBezTo>
                  <a:cubicBezTo>
                    <a:pt x="20869" y="83478"/>
                    <a:pt x="41739" y="99130"/>
                    <a:pt x="62608" y="99130"/>
                  </a:cubicBezTo>
                  <a:cubicBezTo>
                    <a:pt x="83478" y="99130"/>
                    <a:pt x="99130" y="83478"/>
                    <a:pt x="99130" y="62608"/>
                  </a:cubicBezTo>
                  <a:cubicBezTo>
                    <a:pt x="99130" y="41739"/>
                    <a:pt x="83478" y="20869"/>
                    <a:pt x="62608" y="2086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Shape 95"/>
            <p:cNvSpPr/>
            <p:nvPr/>
          </p:nvSpPr>
          <p:spPr>
            <a:xfrm>
              <a:off x="1228725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Shape 96"/>
            <p:cNvSpPr/>
            <p:nvPr/>
          </p:nvSpPr>
          <p:spPr>
            <a:xfrm>
              <a:off x="1319213" y="5041900"/>
              <a:ext cx="371475" cy="1801813"/>
            </a:xfrm>
            <a:custGeom>
              <a:pathLst>
                <a:path extrusionOk="0" h="120000" w="120000">
                  <a:moveTo>
                    <a:pt x="7692" y="120000"/>
                  </a:moveTo>
                  <a:lnTo>
                    <a:pt x="0" y="120000"/>
                  </a:lnTo>
                  <a:lnTo>
                    <a:pt x="0" y="54449"/>
                  </a:lnTo>
                  <a:lnTo>
                    <a:pt x="0" y="54132"/>
                  </a:lnTo>
                  <a:lnTo>
                    <a:pt x="112307" y="0"/>
                  </a:lnTo>
                  <a:lnTo>
                    <a:pt x="120000" y="634"/>
                  </a:lnTo>
                  <a:lnTo>
                    <a:pt x="7692" y="54766"/>
                  </a:lnTo>
                  <a:lnTo>
                    <a:pt x="7692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7" name="Shape 97"/>
            <p:cNvSpPr/>
            <p:nvPr/>
          </p:nvSpPr>
          <p:spPr>
            <a:xfrm>
              <a:off x="1147763" y="4481513"/>
              <a:ext cx="190500" cy="190500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4000" y="108000"/>
                    <a:pt x="108000" y="87000"/>
                    <a:pt x="108000" y="60000"/>
                  </a:cubicBezTo>
                  <a:cubicBezTo>
                    <a:pt x="108000" y="33000"/>
                    <a:pt x="84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Shape 98"/>
            <p:cNvSpPr/>
            <p:nvPr/>
          </p:nvSpPr>
          <p:spPr>
            <a:xfrm>
              <a:off x="819150" y="3983038"/>
              <a:ext cx="347663" cy="2860675"/>
            </a:xfrm>
            <a:custGeom>
              <a:pathLst>
                <a:path extrusionOk="0" h="120000" w="120000">
                  <a:moveTo>
                    <a:pt x="120000" y="120000"/>
                  </a:moveTo>
                  <a:lnTo>
                    <a:pt x="110136" y="120000"/>
                  </a:lnTo>
                  <a:lnTo>
                    <a:pt x="110136" y="78912"/>
                  </a:lnTo>
                  <a:lnTo>
                    <a:pt x="0" y="199"/>
                  </a:lnTo>
                  <a:lnTo>
                    <a:pt x="8219" y="0"/>
                  </a:lnTo>
                  <a:lnTo>
                    <a:pt x="120000" y="78912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9" name="Shape 99"/>
            <p:cNvSpPr/>
            <p:nvPr/>
          </p:nvSpPr>
          <p:spPr>
            <a:xfrm>
              <a:off x="728663" y="3806825"/>
              <a:ext cx="190500" cy="190500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4000"/>
                    <a:pt x="33000" y="108000"/>
                    <a:pt x="60000" y="108000"/>
                  </a:cubicBezTo>
                  <a:cubicBezTo>
                    <a:pt x="87000" y="108000"/>
                    <a:pt x="108000" y="84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Shape 100"/>
            <p:cNvSpPr/>
            <p:nvPr/>
          </p:nvSpPr>
          <p:spPr>
            <a:xfrm>
              <a:off x="1624013" y="4867275"/>
              <a:ext cx="190500" cy="188913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4000" y="108000"/>
                    <a:pt x="108000" y="87000"/>
                    <a:pt x="108000" y="60000"/>
                  </a:cubicBezTo>
                  <a:cubicBezTo>
                    <a:pt x="108000" y="33000"/>
                    <a:pt x="84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Shape 101"/>
            <p:cNvSpPr/>
            <p:nvPr/>
          </p:nvSpPr>
          <p:spPr>
            <a:xfrm>
              <a:off x="1404938" y="5422900"/>
              <a:ext cx="371475" cy="1425575"/>
            </a:xfrm>
            <a:custGeom>
              <a:pathLst>
                <a:path extrusionOk="0" h="120000" w="120000">
                  <a:moveTo>
                    <a:pt x="9230" y="120000"/>
                  </a:moveTo>
                  <a:lnTo>
                    <a:pt x="0" y="120000"/>
                  </a:lnTo>
                  <a:lnTo>
                    <a:pt x="0" y="68819"/>
                  </a:lnTo>
                  <a:lnTo>
                    <a:pt x="0" y="68418"/>
                  </a:lnTo>
                  <a:lnTo>
                    <a:pt x="113846" y="0"/>
                  </a:lnTo>
                  <a:lnTo>
                    <a:pt x="120000" y="801"/>
                  </a:lnTo>
                  <a:lnTo>
                    <a:pt x="9230" y="69220"/>
                  </a:lnTo>
                  <a:lnTo>
                    <a:pt x="923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2" name="Shape 102"/>
            <p:cNvSpPr/>
            <p:nvPr/>
          </p:nvSpPr>
          <p:spPr>
            <a:xfrm>
              <a:off x="1666875" y="5945188"/>
              <a:ext cx="152400" cy="912813"/>
            </a:xfrm>
            <a:custGeom>
              <a:pathLst>
                <a:path extrusionOk="0" h="120000" w="120000">
                  <a:moveTo>
                    <a:pt x="18750" y="120000"/>
                  </a:moveTo>
                  <a:lnTo>
                    <a:pt x="0" y="118747"/>
                  </a:lnTo>
                  <a:lnTo>
                    <a:pt x="101250" y="79930"/>
                  </a:lnTo>
                  <a:lnTo>
                    <a:pt x="101250" y="0"/>
                  </a:lnTo>
                  <a:lnTo>
                    <a:pt x="120000" y="0"/>
                  </a:lnTo>
                  <a:lnTo>
                    <a:pt x="120000" y="80556"/>
                  </a:lnTo>
                  <a:lnTo>
                    <a:pt x="1875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3" name="Shape 103"/>
            <p:cNvSpPr/>
            <p:nvPr/>
          </p:nvSpPr>
          <p:spPr>
            <a:xfrm>
              <a:off x="1709738" y="5246688"/>
              <a:ext cx="190500" cy="190500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Shape 104"/>
            <p:cNvSpPr/>
            <p:nvPr/>
          </p:nvSpPr>
          <p:spPr>
            <a:xfrm>
              <a:off x="1709738" y="5764213"/>
              <a:ext cx="190500" cy="190500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Shape 105"/>
            <p:cNvSpPr/>
            <p:nvPr/>
          </p:nvSpPr>
          <p:spPr>
            <a:xfrm>
              <a:off x="1766888" y="6330950"/>
              <a:ext cx="419100" cy="527050"/>
            </a:xfrm>
            <a:custGeom>
              <a:pathLst>
                <a:path extrusionOk="0" h="120000" w="120000">
                  <a:moveTo>
                    <a:pt x="5454" y="119999"/>
                  </a:moveTo>
                  <a:lnTo>
                    <a:pt x="0" y="117831"/>
                  </a:lnTo>
                  <a:lnTo>
                    <a:pt x="20454" y="74457"/>
                  </a:lnTo>
                  <a:lnTo>
                    <a:pt x="115909" y="0"/>
                  </a:lnTo>
                  <a:lnTo>
                    <a:pt x="120000" y="4337"/>
                  </a:lnTo>
                  <a:lnTo>
                    <a:pt x="27272" y="77710"/>
                  </a:lnTo>
                  <a:lnTo>
                    <a:pt x="5454" y="11999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6" name="Shape 106"/>
            <p:cNvSpPr/>
            <p:nvPr/>
          </p:nvSpPr>
          <p:spPr>
            <a:xfrm>
              <a:off x="2147888" y="6221413"/>
              <a:ext cx="157163" cy="147638"/>
            </a:xfrm>
            <a:custGeom>
              <a:pathLst>
                <a:path extrusionOk="0" h="120000" w="120000">
                  <a:moveTo>
                    <a:pt x="58181" y="120000"/>
                  </a:moveTo>
                  <a:cubicBezTo>
                    <a:pt x="43636" y="120000"/>
                    <a:pt x="29090" y="112258"/>
                    <a:pt x="18181" y="100645"/>
                  </a:cubicBezTo>
                  <a:cubicBezTo>
                    <a:pt x="7272" y="92903"/>
                    <a:pt x="0" y="77419"/>
                    <a:pt x="0" y="58064"/>
                  </a:cubicBezTo>
                  <a:cubicBezTo>
                    <a:pt x="0" y="42580"/>
                    <a:pt x="7272" y="27096"/>
                    <a:pt x="18181" y="15483"/>
                  </a:cubicBezTo>
                  <a:cubicBezTo>
                    <a:pt x="29090" y="3870"/>
                    <a:pt x="43636" y="0"/>
                    <a:pt x="58181" y="0"/>
                  </a:cubicBezTo>
                  <a:cubicBezTo>
                    <a:pt x="72727" y="0"/>
                    <a:pt x="87272" y="3870"/>
                    <a:pt x="98181" y="15483"/>
                  </a:cubicBezTo>
                  <a:cubicBezTo>
                    <a:pt x="120000" y="38709"/>
                    <a:pt x="120000" y="77419"/>
                    <a:pt x="98181" y="100645"/>
                  </a:cubicBezTo>
                  <a:cubicBezTo>
                    <a:pt x="87272" y="112258"/>
                    <a:pt x="72727" y="120000"/>
                    <a:pt x="58181" y="120000"/>
                  </a:cubicBezTo>
                  <a:close/>
                  <a:moveTo>
                    <a:pt x="58181" y="15483"/>
                  </a:moveTo>
                  <a:cubicBezTo>
                    <a:pt x="47272" y="15483"/>
                    <a:pt x="36363" y="19354"/>
                    <a:pt x="29090" y="27096"/>
                  </a:cubicBezTo>
                  <a:cubicBezTo>
                    <a:pt x="21818" y="34838"/>
                    <a:pt x="14545" y="46451"/>
                    <a:pt x="14545" y="58064"/>
                  </a:cubicBezTo>
                  <a:cubicBezTo>
                    <a:pt x="14545" y="73548"/>
                    <a:pt x="21818" y="81290"/>
                    <a:pt x="29090" y="92903"/>
                  </a:cubicBezTo>
                  <a:cubicBezTo>
                    <a:pt x="36363" y="100645"/>
                    <a:pt x="47272" y="104516"/>
                    <a:pt x="58181" y="104516"/>
                  </a:cubicBezTo>
                  <a:cubicBezTo>
                    <a:pt x="69090" y="104516"/>
                    <a:pt x="80000" y="100645"/>
                    <a:pt x="87272" y="92903"/>
                  </a:cubicBezTo>
                  <a:cubicBezTo>
                    <a:pt x="105454" y="73548"/>
                    <a:pt x="105454" y="46451"/>
                    <a:pt x="87272" y="27096"/>
                  </a:cubicBezTo>
                  <a:cubicBezTo>
                    <a:pt x="80000" y="19354"/>
                    <a:pt x="69090" y="15483"/>
                    <a:pt x="58181" y="1548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Shape 107"/>
            <p:cNvSpPr/>
            <p:nvPr/>
          </p:nvSpPr>
          <p:spPr>
            <a:xfrm>
              <a:off x="504825" y="9525"/>
              <a:ext cx="233363" cy="5103813"/>
            </a:xfrm>
            <a:custGeom>
              <a:pathLst>
                <a:path extrusionOk="0" h="120000" w="120000">
                  <a:moveTo>
                    <a:pt x="107755" y="120000"/>
                  </a:moveTo>
                  <a:lnTo>
                    <a:pt x="105306" y="102793"/>
                  </a:lnTo>
                  <a:lnTo>
                    <a:pt x="0" y="70954"/>
                  </a:lnTo>
                  <a:lnTo>
                    <a:pt x="0" y="0"/>
                  </a:lnTo>
                  <a:lnTo>
                    <a:pt x="12244" y="0"/>
                  </a:lnTo>
                  <a:lnTo>
                    <a:pt x="12244" y="70842"/>
                  </a:lnTo>
                  <a:lnTo>
                    <a:pt x="117551" y="102793"/>
                  </a:lnTo>
                  <a:lnTo>
                    <a:pt x="120000" y="120000"/>
                  </a:lnTo>
                  <a:lnTo>
                    <a:pt x="107755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8" name="Shape 108"/>
            <p:cNvSpPr/>
            <p:nvPr/>
          </p:nvSpPr>
          <p:spPr>
            <a:xfrm>
              <a:off x="633413" y="5103813"/>
              <a:ext cx="185738" cy="185738"/>
            </a:xfrm>
            <a:custGeom>
              <a:pathLst>
                <a:path extrusionOk="0" h="120000" w="120000">
                  <a:moveTo>
                    <a:pt x="61538" y="120000"/>
                  </a:moveTo>
                  <a:cubicBezTo>
                    <a:pt x="27692" y="120000"/>
                    <a:pt x="0" y="92307"/>
                    <a:pt x="0" y="58461"/>
                  </a:cubicBezTo>
                  <a:cubicBezTo>
                    <a:pt x="0" y="27692"/>
                    <a:pt x="27692" y="0"/>
                    <a:pt x="61538" y="0"/>
                  </a:cubicBezTo>
                  <a:cubicBezTo>
                    <a:pt x="92307" y="0"/>
                    <a:pt x="120000" y="27692"/>
                    <a:pt x="120000" y="58461"/>
                  </a:cubicBezTo>
                  <a:cubicBezTo>
                    <a:pt x="120000" y="92307"/>
                    <a:pt x="92307" y="120000"/>
                    <a:pt x="61538" y="120000"/>
                  </a:cubicBezTo>
                  <a:close/>
                  <a:moveTo>
                    <a:pt x="61538" y="12307"/>
                  </a:moveTo>
                  <a:cubicBezTo>
                    <a:pt x="33846" y="12307"/>
                    <a:pt x="12307" y="33846"/>
                    <a:pt x="12307" y="58461"/>
                  </a:cubicBezTo>
                  <a:cubicBezTo>
                    <a:pt x="12307" y="86153"/>
                    <a:pt x="33846" y="107692"/>
                    <a:pt x="61538" y="107692"/>
                  </a:cubicBezTo>
                  <a:cubicBezTo>
                    <a:pt x="86153" y="107692"/>
                    <a:pt x="107692" y="86153"/>
                    <a:pt x="107692" y="58461"/>
                  </a:cubicBezTo>
                  <a:cubicBezTo>
                    <a:pt x="107692" y="33846"/>
                    <a:pt x="86153" y="12307"/>
                    <a:pt x="61538" y="12307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Shape 109"/>
          <p:cNvSpPr txBox="1"/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estrial"/>
              <a:buNone/>
              <a:defRPr b="0" i="0" sz="4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0" name="Shape 110"/>
          <p:cNvSpPr txBox="1"/>
          <p:nvPr>
            <p:ph idx="1" type="subTitle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11" name="Shape 111"/>
          <p:cNvSpPr txBox="1"/>
          <p:nvPr>
            <p:ph idx="10" type="dt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12" name="Shape 112"/>
          <p:cNvSpPr txBox="1"/>
          <p:nvPr>
            <p:ph idx="11" type="ftr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13" name="Shape 113"/>
          <p:cNvSpPr txBox="1"/>
          <p:nvPr>
            <p:ph idx="12" type="sldNum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6" name="Shape 116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17" name="Shape 117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18" name="Shape 118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19" name="Shape 119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 txBox="1"/>
          <p:nvPr>
            <p:ph type="title"/>
          </p:nvPr>
        </p:nvSpPr>
        <p:spPr>
          <a:xfrm>
            <a:off x="1141411" y="1419226"/>
            <a:ext cx="99060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2" name="Shape 122"/>
          <p:cNvSpPr txBox="1"/>
          <p:nvPr>
            <p:ph idx="1" type="body"/>
          </p:nvPr>
        </p:nvSpPr>
        <p:spPr>
          <a:xfrm>
            <a:off x="1141411" y="4424362"/>
            <a:ext cx="9906000" cy="1374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23" name="Shape 123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24" name="Shape 124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25" name="Shape 125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8" name="Shape 128"/>
          <p:cNvSpPr txBox="1"/>
          <p:nvPr>
            <p:ph idx="1" type="body"/>
          </p:nvPr>
        </p:nvSpPr>
        <p:spPr>
          <a:xfrm>
            <a:off x="1141410" y="2249486"/>
            <a:ext cx="487838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29" name="Shape 129"/>
          <p:cNvSpPr txBox="1"/>
          <p:nvPr>
            <p:ph idx="2" type="body"/>
          </p:nvPr>
        </p:nvSpPr>
        <p:spPr>
          <a:xfrm>
            <a:off x="6172200" y="2249486"/>
            <a:ext cx="4875211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0" name="Shape 130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1" name="Shape 131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2" name="Shape 132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/>
          <p:nvPr>
            <p:ph type="title"/>
          </p:nvPr>
        </p:nvSpPr>
        <p:spPr>
          <a:xfrm>
            <a:off x="1141411" y="619126"/>
            <a:ext cx="9906000" cy="1477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5" name="Shape 135"/>
          <p:cNvSpPr txBox="1"/>
          <p:nvPr>
            <p:ph idx="1" type="body"/>
          </p:nvPr>
        </p:nvSpPr>
        <p:spPr>
          <a:xfrm>
            <a:off x="1370019" y="2249486"/>
            <a:ext cx="4649783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6" name="Shape 136"/>
          <p:cNvSpPr txBox="1"/>
          <p:nvPr>
            <p:ph idx="2" type="body"/>
          </p:nvPr>
        </p:nvSpPr>
        <p:spPr>
          <a:xfrm>
            <a:off x="1141410" y="3073397"/>
            <a:ext cx="4878391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7" name="Shape 137"/>
          <p:cNvSpPr txBox="1"/>
          <p:nvPr>
            <p:ph idx="3" type="body"/>
          </p:nvPr>
        </p:nvSpPr>
        <p:spPr>
          <a:xfrm>
            <a:off x="6400808" y="2249485"/>
            <a:ext cx="464660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8" name="Shape 138"/>
          <p:cNvSpPr txBox="1"/>
          <p:nvPr>
            <p:ph idx="4" type="body"/>
          </p:nvPr>
        </p:nvSpPr>
        <p:spPr>
          <a:xfrm>
            <a:off x="6172200" y="3073397"/>
            <a:ext cx="4875210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9" name="Shape 139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40" name="Shape 140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41" name="Shape 14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4" name="Shape 144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45" name="Shape 145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46" name="Shape 146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49" name="Shape 149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50" name="Shape 150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 txBox="1"/>
          <p:nvPr>
            <p:ph type="title"/>
          </p:nvPr>
        </p:nvSpPr>
        <p:spPr>
          <a:xfrm>
            <a:off x="1146705" y="609601"/>
            <a:ext cx="3856037" cy="163988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estrial"/>
              <a:buNone/>
              <a:defRPr b="0" i="0" sz="3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3" name="Shape 153"/>
          <p:cNvSpPr txBox="1"/>
          <p:nvPr>
            <p:ph idx="1" type="body"/>
          </p:nvPr>
        </p:nvSpPr>
        <p:spPr>
          <a:xfrm>
            <a:off x="5156200" y="592666"/>
            <a:ext cx="5891209" cy="5198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54" name="Shape 154"/>
          <p:cNvSpPr txBox="1"/>
          <p:nvPr>
            <p:ph idx="2" type="body"/>
          </p:nvPr>
        </p:nvSpPr>
        <p:spPr>
          <a:xfrm>
            <a:off x="1146705" y="2249486"/>
            <a:ext cx="3856037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55" name="Shape 155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56" name="Shape 156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57" name="Shape 157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 txBox="1"/>
          <p:nvPr>
            <p:ph type="title"/>
          </p:nvPr>
        </p:nvSpPr>
        <p:spPr>
          <a:xfrm>
            <a:off x="1141413" y="609600"/>
            <a:ext cx="5934508" cy="163988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estrial"/>
              <a:buNone/>
              <a:defRPr b="0" i="0" sz="3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0" name="Shape 160"/>
          <p:cNvSpPr/>
          <p:nvPr>
            <p:ph idx="2" type="pic"/>
          </p:nvPr>
        </p:nvSpPr>
        <p:spPr>
          <a:xfrm>
            <a:off x="7380721" y="609601"/>
            <a:ext cx="3666690" cy="5181599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61" name="Shape 161"/>
          <p:cNvSpPr txBox="1"/>
          <p:nvPr>
            <p:ph idx="1" type="body"/>
          </p:nvPr>
        </p:nvSpPr>
        <p:spPr>
          <a:xfrm>
            <a:off x="1141410" y="2249486"/>
            <a:ext cx="5934511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62" name="Shape 162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63" name="Shape 163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64" name="Shape 164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anoramic Picture with Caption">
  <p:cSld name="Panoramic Picture with Caption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 txBox="1"/>
          <p:nvPr>
            <p:ph type="title"/>
          </p:nvPr>
        </p:nvSpPr>
        <p:spPr>
          <a:xfrm>
            <a:off x="1141410" y="4304664"/>
            <a:ext cx="9912355" cy="81935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estrial"/>
              <a:buNone/>
              <a:defRPr b="0" i="0" sz="3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7" name="Shape 167"/>
          <p:cNvSpPr/>
          <p:nvPr>
            <p:ph idx="2" type="pic"/>
          </p:nvPr>
        </p:nvSpPr>
        <p:spPr>
          <a:xfrm>
            <a:off x="1141411" y="606426"/>
            <a:ext cx="9912354" cy="3299778"/>
          </a:xfrm>
          <a:prstGeom prst="round2DiagRect">
            <a:avLst>
              <a:gd fmla="val 4860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t" bIns="91425" lIns="91425" spcFirstLastPara="1" rIns="91425" wrap="square" tIns="91425"/>
          <a:lstStyle>
            <a:lvl1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685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143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600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057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514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2971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429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3886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68" name="Shape 168"/>
          <p:cNvSpPr txBox="1"/>
          <p:nvPr>
            <p:ph idx="1" type="body"/>
          </p:nvPr>
        </p:nvSpPr>
        <p:spPr>
          <a:xfrm>
            <a:off x="1141364" y="5124020"/>
            <a:ext cx="9910859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69" name="Shape 169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70" name="Shape 170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71" name="Shape 17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aption">
  <p:cSld name="Title and Caption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 txBox="1"/>
          <p:nvPr>
            <p:ph type="title"/>
          </p:nvPr>
        </p:nvSpPr>
        <p:spPr>
          <a:xfrm>
            <a:off x="1141456" y="609600"/>
            <a:ext cx="9905955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4" name="Shape 174"/>
          <p:cNvSpPr txBox="1"/>
          <p:nvPr>
            <p:ph idx="1" type="body"/>
          </p:nvPr>
        </p:nvSpPr>
        <p:spPr>
          <a:xfrm>
            <a:off x="1141410" y="4419599"/>
            <a:ext cx="9904459" cy="1371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75" name="Shape 175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76" name="Shape 176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77" name="Shape 177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Quote with Caption">
  <p:cSld name="Quote with Caption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 txBox="1"/>
          <p:nvPr>
            <p:ph type="title"/>
          </p:nvPr>
        </p:nvSpPr>
        <p:spPr>
          <a:xfrm>
            <a:off x="1446212" y="609599"/>
            <a:ext cx="9302752" cy="2748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0" name="Shape 180"/>
          <p:cNvSpPr txBox="1"/>
          <p:nvPr>
            <p:ph idx="1" type="body"/>
          </p:nvPr>
        </p:nvSpPr>
        <p:spPr>
          <a:xfrm>
            <a:off x="1720644" y="3365557"/>
            <a:ext cx="875229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81" name="Shape 181"/>
          <p:cNvSpPr txBox="1"/>
          <p:nvPr>
            <p:ph idx="2" type="body"/>
          </p:nvPr>
        </p:nvSpPr>
        <p:spPr>
          <a:xfrm>
            <a:off x="1141411" y="4309919"/>
            <a:ext cx="9906002" cy="148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82" name="Shape 182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83" name="Shape 183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84" name="Shape 184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Shape 185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Questrial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“</a:t>
            </a:r>
            <a:endParaRPr/>
          </a:p>
        </p:txBody>
      </p:sp>
      <p:sp>
        <p:nvSpPr>
          <p:cNvPr id="186" name="Shape 186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Questrial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Name Card">
  <p:cSld name="Name Card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 txBox="1"/>
          <p:nvPr>
            <p:ph type="title"/>
          </p:nvPr>
        </p:nvSpPr>
        <p:spPr>
          <a:xfrm>
            <a:off x="1141410" y="2134041"/>
            <a:ext cx="9906001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9" name="Shape 189"/>
          <p:cNvSpPr txBox="1"/>
          <p:nvPr>
            <p:ph idx="1" type="body"/>
          </p:nvPr>
        </p:nvSpPr>
        <p:spPr>
          <a:xfrm>
            <a:off x="1141364" y="4657655"/>
            <a:ext cx="9904505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90" name="Shape 190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91" name="Shape 191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92" name="Shape 192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3 Column">
  <p:cSld name="3 Column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5" name="Shape 195"/>
          <p:cNvSpPr txBox="1"/>
          <p:nvPr>
            <p:ph idx="1" type="body"/>
          </p:nvPr>
        </p:nvSpPr>
        <p:spPr>
          <a:xfrm>
            <a:off x="1141410" y="2674463"/>
            <a:ext cx="31968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96" name="Shape 196"/>
          <p:cNvSpPr txBox="1"/>
          <p:nvPr>
            <p:ph idx="2" type="body"/>
          </p:nvPr>
        </p:nvSpPr>
        <p:spPr>
          <a:xfrm>
            <a:off x="1127918" y="3360263"/>
            <a:ext cx="3208735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97" name="Shape 197"/>
          <p:cNvSpPr txBox="1"/>
          <p:nvPr>
            <p:ph idx="3" type="body"/>
          </p:nvPr>
        </p:nvSpPr>
        <p:spPr>
          <a:xfrm>
            <a:off x="4514766" y="2677635"/>
            <a:ext cx="318438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98" name="Shape 198"/>
          <p:cNvSpPr txBox="1"/>
          <p:nvPr>
            <p:ph idx="4" type="body"/>
          </p:nvPr>
        </p:nvSpPr>
        <p:spPr>
          <a:xfrm>
            <a:off x="4504213" y="3363435"/>
            <a:ext cx="3195830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99" name="Shape 199"/>
          <p:cNvSpPr txBox="1"/>
          <p:nvPr>
            <p:ph idx="5" type="body"/>
          </p:nvPr>
        </p:nvSpPr>
        <p:spPr>
          <a:xfrm>
            <a:off x="7852442" y="2674463"/>
            <a:ext cx="31949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00" name="Shape 200"/>
          <p:cNvSpPr txBox="1"/>
          <p:nvPr>
            <p:ph idx="6" type="body"/>
          </p:nvPr>
        </p:nvSpPr>
        <p:spPr>
          <a:xfrm>
            <a:off x="7852442" y="3360263"/>
            <a:ext cx="3194968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01" name="Shape 201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02" name="Shape 202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03" name="Shape 203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3 Picture Column">
  <p:cSld name="3 Picture Column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 txBox="1"/>
          <p:nvPr>
            <p:ph type="title"/>
          </p:nvPr>
        </p:nvSpPr>
        <p:spPr>
          <a:xfrm>
            <a:off x="1141411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6" name="Shape 206"/>
          <p:cNvSpPr txBox="1"/>
          <p:nvPr>
            <p:ph idx="1" type="body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07" name="Shape 207"/>
          <p:cNvSpPr/>
          <p:nvPr>
            <p:ph idx="2" type="pic"/>
          </p:nvPr>
        </p:nvSpPr>
        <p:spPr>
          <a:xfrm>
            <a:off x="1141413" y="2666998"/>
            <a:ext cx="319524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t" bIns="91425" lIns="91425" spcFirstLastPara="1" rIns="91425" wrap="square" tIns="91425"/>
          <a:lstStyle>
            <a:lvl1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685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143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600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057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514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2971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429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3886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08" name="Shape 208"/>
          <p:cNvSpPr txBox="1"/>
          <p:nvPr>
            <p:ph idx="3" type="body"/>
          </p:nvPr>
        </p:nvSpPr>
        <p:spPr>
          <a:xfrm>
            <a:off x="1141413" y="4980858"/>
            <a:ext cx="3195240" cy="8178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09" name="Shape 209"/>
          <p:cNvSpPr txBox="1"/>
          <p:nvPr>
            <p:ph idx="4" type="body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10" name="Shape 210"/>
          <p:cNvSpPr/>
          <p:nvPr>
            <p:ph idx="5" type="pic"/>
          </p:nvPr>
        </p:nvSpPr>
        <p:spPr>
          <a:xfrm>
            <a:off x="4489053" y="2666998"/>
            <a:ext cx="319894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t" bIns="91425" lIns="91425" spcFirstLastPara="1" rIns="91425" wrap="square" tIns="91425"/>
          <a:lstStyle>
            <a:lvl1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685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143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600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057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514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2971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429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3886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11" name="Shape 211"/>
          <p:cNvSpPr txBox="1"/>
          <p:nvPr>
            <p:ph idx="6" type="body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12" name="Shape 212"/>
          <p:cNvSpPr txBox="1"/>
          <p:nvPr>
            <p:ph idx="7" type="body"/>
          </p:nvPr>
        </p:nvSpPr>
        <p:spPr>
          <a:xfrm>
            <a:off x="7852567" y="4404595"/>
            <a:ext cx="31907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13" name="Shape 213"/>
          <p:cNvSpPr/>
          <p:nvPr>
            <p:ph idx="8" type="pic"/>
          </p:nvPr>
        </p:nvSpPr>
        <p:spPr>
          <a:xfrm>
            <a:off x="7852442" y="2666998"/>
            <a:ext cx="3194969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t" bIns="91425" lIns="91425" spcFirstLastPara="1" rIns="91425" wrap="square" tIns="91425"/>
          <a:lstStyle>
            <a:lvl1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685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143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600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057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514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2971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429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3886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14" name="Shape 214"/>
          <p:cNvSpPr txBox="1"/>
          <p:nvPr>
            <p:ph idx="9" type="body"/>
          </p:nvPr>
        </p:nvSpPr>
        <p:spPr>
          <a:xfrm>
            <a:off x="7852442" y="4980854"/>
            <a:ext cx="3194968" cy="8103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15" name="Shape 215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16" name="Shape 216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17" name="Shape 217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0" name="Shape 220"/>
          <p:cNvSpPr txBox="1"/>
          <p:nvPr>
            <p:ph idx="1" type="body"/>
          </p:nvPr>
        </p:nvSpPr>
        <p:spPr>
          <a:xfrm rot="5400000">
            <a:off x="4323555" y="-932655"/>
            <a:ext cx="3541714" cy="99059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21" name="Shape 221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22" name="Shape 222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23" name="Shape 223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 txBox="1"/>
          <p:nvPr>
            <p:ph type="title"/>
          </p:nvPr>
        </p:nvSpPr>
        <p:spPr>
          <a:xfrm rot="5400000">
            <a:off x="7454105" y="2197894"/>
            <a:ext cx="5181601" cy="2005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6" name="Shape 226"/>
          <p:cNvSpPr txBox="1"/>
          <p:nvPr>
            <p:ph idx="1" type="body"/>
          </p:nvPr>
        </p:nvSpPr>
        <p:spPr>
          <a:xfrm rot="5400000">
            <a:off x="2424904" y="-673895"/>
            <a:ext cx="5181601" cy="77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27" name="Shape 227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28" name="Shape 228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29" name="Shape 229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6" name="Shape 6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Shape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8" name="Shape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9" name="Shape 9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" name="Shape 10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33000"/>
                      <a:pt x="84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" name="Shape 11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" name="Shape 12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pathLst>
                  <a:path extrusionOk="0" h="120000" w="120000">
                    <a:moveTo>
                      <a:pt x="112274" y="120000"/>
                    </a:moveTo>
                    <a:lnTo>
                      <a:pt x="0" y="65836"/>
                    </a:lnTo>
                    <a:lnTo>
                      <a:pt x="0" y="0"/>
                    </a:lnTo>
                    <a:lnTo>
                      <a:pt x="7725" y="0"/>
                    </a:lnTo>
                    <a:lnTo>
                      <a:pt x="7725" y="65521"/>
                    </a:lnTo>
                    <a:lnTo>
                      <a:pt x="120000" y="119368"/>
                    </a:lnTo>
                    <a:lnTo>
                      <a:pt x="11227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3" name="Shape 13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9000" y="0"/>
                      <a:pt x="120000" y="18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27000"/>
                      <a:pt x="93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Shape 14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pathLst>
                  <a:path extrusionOk="0" h="120000" w="120000">
                    <a:moveTo>
                      <a:pt x="113819" y="120000"/>
                    </a:moveTo>
                    <a:lnTo>
                      <a:pt x="0" y="51009"/>
                    </a:lnTo>
                    <a:lnTo>
                      <a:pt x="0" y="0"/>
                    </a:lnTo>
                    <a:lnTo>
                      <a:pt x="9270" y="0"/>
                    </a:lnTo>
                    <a:lnTo>
                      <a:pt x="9270" y="50610"/>
                    </a:lnTo>
                    <a:lnTo>
                      <a:pt x="120000" y="119200"/>
                    </a:lnTo>
                    <a:lnTo>
                      <a:pt x="113819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5" name="Shape 15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pathLst>
                  <a:path extrusionOk="0" h="120000" w="120000">
                    <a:moveTo>
                      <a:pt x="120000" y="120000"/>
                    </a:moveTo>
                    <a:lnTo>
                      <a:pt x="97500" y="120000"/>
                    </a:lnTo>
                    <a:lnTo>
                      <a:pt x="97500" y="40069"/>
                    </a:lnTo>
                    <a:lnTo>
                      <a:pt x="0" y="1252"/>
                    </a:lnTo>
                    <a:lnTo>
                      <a:pt x="18750" y="0"/>
                    </a:lnTo>
                    <a:lnTo>
                      <a:pt x="120000" y="39443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6" name="Shape 16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9000" y="0"/>
                      <a:pt x="120000" y="21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27000"/>
                      <a:pt x="93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Shape 17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Shape 18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pathLst>
                  <a:path extrusionOk="0" h="120000" w="120000">
                    <a:moveTo>
                      <a:pt x="115939" y="119999"/>
                    </a:moveTo>
                    <a:lnTo>
                      <a:pt x="21654" y="44457"/>
                    </a:lnTo>
                    <a:lnTo>
                      <a:pt x="0" y="2168"/>
                    </a:lnTo>
                    <a:lnTo>
                      <a:pt x="6766" y="0"/>
                    </a:lnTo>
                    <a:lnTo>
                      <a:pt x="28421" y="41204"/>
                    </a:lnTo>
                    <a:lnTo>
                      <a:pt x="120000" y="115662"/>
                    </a:lnTo>
                    <a:lnTo>
                      <a:pt x="115939" y="119999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9" name="Shape 19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45882" y="120000"/>
                      <a:pt x="31764" y="116129"/>
                      <a:pt x="21176" y="104516"/>
                    </a:cubicBezTo>
                    <a:cubicBezTo>
                      <a:pt x="0" y="77419"/>
                      <a:pt x="0" y="38709"/>
                      <a:pt x="21176" y="15483"/>
                    </a:cubicBezTo>
                    <a:cubicBezTo>
                      <a:pt x="31764" y="3870"/>
                      <a:pt x="45882" y="0"/>
                      <a:pt x="60000" y="0"/>
                    </a:cubicBezTo>
                    <a:cubicBezTo>
                      <a:pt x="74117" y="0"/>
                      <a:pt x="88235" y="3870"/>
                      <a:pt x="98823" y="15483"/>
                    </a:cubicBezTo>
                    <a:cubicBezTo>
                      <a:pt x="120000" y="38709"/>
                      <a:pt x="120000" y="77419"/>
                      <a:pt x="98823" y="104516"/>
                    </a:cubicBezTo>
                    <a:cubicBezTo>
                      <a:pt x="88235" y="116129"/>
                      <a:pt x="74117" y="120000"/>
                      <a:pt x="60000" y="120000"/>
                    </a:cubicBezTo>
                    <a:close/>
                    <a:moveTo>
                      <a:pt x="60000" y="15483"/>
                    </a:moveTo>
                    <a:cubicBezTo>
                      <a:pt x="49411" y="15483"/>
                      <a:pt x="38823" y="19354"/>
                      <a:pt x="31764" y="27096"/>
                    </a:cubicBezTo>
                    <a:cubicBezTo>
                      <a:pt x="14117" y="46451"/>
                      <a:pt x="14117" y="73548"/>
                      <a:pt x="31764" y="92903"/>
                    </a:cubicBezTo>
                    <a:cubicBezTo>
                      <a:pt x="38823" y="100645"/>
                      <a:pt x="49411" y="104516"/>
                      <a:pt x="60000" y="104516"/>
                    </a:cubicBezTo>
                    <a:cubicBezTo>
                      <a:pt x="70588" y="104516"/>
                      <a:pt x="81176" y="100645"/>
                      <a:pt x="88235" y="92903"/>
                    </a:cubicBezTo>
                    <a:cubicBezTo>
                      <a:pt x="105882" y="73548"/>
                      <a:pt x="105882" y="46451"/>
                      <a:pt x="88235" y="27096"/>
                    </a:cubicBezTo>
                    <a:cubicBezTo>
                      <a:pt x="81176" y="19354"/>
                      <a:pt x="70588" y="15483"/>
                      <a:pt x="60000" y="154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0" name="Shape 20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1" name="Shape 21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pathLst>
                  <a:path extrusionOk="0" h="120000" w="120000">
                    <a:moveTo>
                      <a:pt x="9230" y="120000"/>
                    </a:moveTo>
                    <a:lnTo>
                      <a:pt x="0" y="106500"/>
                    </a:lnTo>
                    <a:lnTo>
                      <a:pt x="106153" y="0"/>
                    </a:lnTo>
                    <a:lnTo>
                      <a:pt x="120000" y="13500"/>
                    </a:lnTo>
                    <a:lnTo>
                      <a:pt x="923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2" name="Shape 22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pathLst>
                  <a:path extrusionOk="0" h="120000" w="120000">
                    <a:moveTo>
                      <a:pt x="120000" y="120000"/>
                    </a:moveTo>
                    <a:lnTo>
                      <a:pt x="100645" y="120000"/>
                    </a:lnTo>
                    <a:lnTo>
                      <a:pt x="100645" y="30891"/>
                    </a:lnTo>
                    <a:lnTo>
                      <a:pt x="0" y="4752"/>
                    </a:lnTo>
                    <a:lnTo>
                      <a:pt x="15483" y="0"/>
                    </a:lnTo>
                    <a:lnTo>
                      <a:pt x="120000" y="27326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3" name="Shape 23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pathLst>
                  <a:path extrusionOk="0" h="120000" w="120000">
                    <a:moveTo>
                      <a:pt x="120000" y="120000"/>
                    </a:moveTo>
                    <a:lnTo>
                      <a:pt x="104000" y="120000"/>
                    </a:lnTo>
                    <a:lnTo>
                      <a:pt x="104000" y="33600"/>
                    </a:lnTo>
                    <a:lnTo>
                      <a:pt x="0" y="3600"/>
                    </a:lnTo>
                    <a:lnTo>
                      <a:pt x="12000" y="0"/>
                    </a:lnTo>
                    <a:lnTo>
                      <a:pt x="120000" y="32400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4" name="Shape 24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30000" y="120000"/>
                      <a:pt x="0" y="93913"/>
                      <a:pt x="0" y="62608"/>
                    </a:cubicBezTo>
                    <a:cubicBezTo>
                      <a:pt x="0" y="26086"/>
                      <a:pt x="30000" y="0"/>
                      <a:pt x="60000" y="0"/>
                    </a:cubicBezTo>
                    <a:cubicBezTo>
                      <a:pt x="90000" y="0"/>
                      <a:pt x="120000" y="26086"/>
                      <a:pt x="120000" y="62608"/>
                    </a:cubicBezTo>
                    <a:cubicBezTo>
                      <a:pt x="120000" y="93913"/>
                      <a:pt x="90000" y="120000"/>
                      <a:pt x="60000" y="120000"/>
                    </a:cubicBezTo>
                    <a:close/>
                    <a:moveTo>
                      <a:pt x="60000" y="20869"/>
                    </a:moveTo>
                    <a:cubicBezTo>
                      <a:pt x="40000" y="20869"/>
                      <a:pt x="20000" y="41739"/>
                      <a:pt x="20000" y="62608"/>
                    </a:cubicBezTo>
                    <a:cubicBezTo>
                      <a:pt x="20000" y="83478"/>
                      <a:pt x="40000" y="99130"/>
                      <a:pt x="60000" y="99130"/>
                    </a:cubicBezTo>
                    <a:cubicBezTo>
                      <a:pt x="80000" y="99130"/>
                      <a:pt x="100000" y="83478"/>
                      <a:pt x="100000" y="62608"/>
                    </a:cubicBezTo>
                    <a:cubicBezTo>
                      <a:pt x="100000" y="41739"/>
                      <a:pt x="80000" y="20869"/>
                      <a:pt x="60000" y="2086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Shape 25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Shape 26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pathLst>
                  <a:path extrusionOk="0" h="120000" w="120000">
                    <a:moveTo>
                      <a:pt x="7725" y="120000"/>
                    </a:moveTo>
                    <a:lnTo>
                      <a:pt x="0" y="120000"/>
                    </a:lnTo>
                    <a:lnTo>
                      <a:pt x="0" y="54449"/>
                    </a:lnTo>
                    <a:lnTo>
                      <a:pt x="0" y="54132"/>
                    </a:lnTo>
                    <a:lnTo>
                      <a:pt x="112274" y="0"/>
                    </a:lnTo>
                    <a:lnTo>
                      <a:pt x="120000" y="634"/>
                    </a:lnTo>
                    <a:lnTo>
                      <a:pt x="7725" y="54766"/>
                    </a:lnTo>
                    <a:lnTo>
                      <a:pt x="772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7" name="Shape 27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33000"/>
                      <a:pt x="84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Shape 28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pathLst>
                  <a:path extrusionOk="0" h="120000" w="120000">
                    <a:moveTo>
                      <a:pt x="120000" y="120000"/>
                    </a:moveTo>
                    <a:lnTo>
                      <a:pt x="80000" y="120000"/>
                    </a:lnTo>
                    <a:lnTo>
                      <a:pt x="80000" y="23342"/>
                    </a:lnTo>
                    <a:lnTo>
                      <a:pt x="0" y="469"/>
                    </a:lnTo>
                    <a:lnTo>
                      <a:pt x="40000" y="0"/>
                    </a:lnTo>
                    <a:lnTo>
                      <a:pt x="120000" y="22872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9" name="Shape 29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Shape 30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pathLst>
                  <a:path extrusionOk="0" h="120000" w="120000">
                    <a:moveTo>
                      <a:pt x="9152" y="120000"/>
                    </a:moveTo>
                    <a:lnTo>
                      <a:pt x="0" y="120000"/>
                    </a:lnTo>
                    <a:lnTo>
                      <a:pt x="0" y="68819"/>
                    </a:lnTo>
                    <a:lnTo>
                      <a:pt x="1525" y="68418"/>
                    </a:lnTo>
                    <a:lnTo>
                      <a:pt x="112372" y="0"/>
                    </a:lnTo>
                    <a:lnTo>
                      <a:pt x="120000" y="801"/>
                    </a:lnTo>
                    <a:lnTo>
                      <a:pt x="9152" y="69220"/>
                    </a:lnTo>
                    <a:lnTo>
                      <a:pt x="9152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1" name="Shape 31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pathLst>
                  <a:path extrusionOk="0" h="120000" w="120000">
                    <a:moveTo>
                      <a:pt x="18750" y="120000"/>
                    </a:moveTo>
                    <a:lnTo>
                      <a:pt x="0" y="118747"/>
                    </a:lnTo>
                    <a:lnTo>
                      <a:pt x="101250" y="79930"/>
                    </a:lnTo>
                    <a:lnTo>
                      <a:pt x="101250" y="0"/>
                    </a:lnTo>
                    <a:lnTo>
                      <a:pt x="120000" y="0"/>
                    </a:lnTo>
                    <a:lnTo>
                      <a:pt x="120000" y="80556"/>
                    </a:lnTo>
                    <a:lnTo>
                      <a:pt x="1875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2" name="Shape 32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Shape 33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Shape 34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pathLst>
                  <a:path extrusionOk="0" h="120000" w="120000">
                    <a:moveTo>
                      <a:pt x="6844" y="120000"/>
                    </a:moveTo>
                    <a:lnTo>
                      <a:pt x="0" y="117791"/>
                    </a:lnTo>
                    <a:lnTo>
                      <a:pt x="20532" y="75828"/>
                    </a:lnTo>
                    <a:lnTo>
                      <a:pt x="21901" y="75828"/>
                    </a:lnTo>
                    <a:lnTo>
                      <a:pt x="115893" y="0"/>
                    </a:lnTo>
                    <a:lnTo>
                      <a:pt x="120000" y="4417"/>
                    </a:lnTo>
                    <a:lnTo>
                      <a:pt x="27376" y="79141"/>
                    </a:lnTo>
                    <a:lnTo>
                      <a:pt x="684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5" name="Shape 35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pathLst>
                  <a:path extrusionOk="0" h="120000" w="120000">
                    <a:moveTo>
                      <a:pt x="58181" y="120000"/>
                    </a:moveTo>
                    <a:cubicBezTo>
                      <a:pt x="43636" y="120000"/>
                      <a:pt x="29090" y="112258"/>
                      <a:pt x="18181" y="100645"/>
                    </a:cubicBezTo>
                    <a:cubicBezTo>
                      <a:pt x="7272" y="92903"/>
                      <a:pt x="0" y="77419"/>
                      <a:pt x="0" y="58064"/>
                    </a:cubicBezTo>
                    <a:cubicBezTo>
                      <a:pt x="0" y="42580"/>
                      <a:pt x="7272" y="27096"/>
                      <a:pt x="18181" y="15483"/>
                    </a:cubicBezTo>
                    <a:cubicBezTo>
                      <a:pt x="29090" y="3870"/>
                      <a:pt x="43636" y="0"/>
                      <a:pt x="58181" y="0"/>
                    </a:cubicBezTo>
                    <a:cubicBezTo>
                      <a:pt x="72727" y="0"/>
                      <a:pt x="87272" y="3870"/>
                      <a:pt x="98181" y="15483"/>
                    </a:cubicBezTo>
                    <a:cubicBezTo>
                      <a:pt x="120000" y="38709"/>
                      <a:pt x="120000" y="77419"/>
                      <a:pt x="98181" y="100645"/>
                    </a:cubicBezTo>
                    <a:cubicBezTo>
                      <a:pt x="87272" y="112258"/>
                      <a:pt x="72727" y="120000"/>
                      <a:pt x="58181" y="120000"/>
                    </a:cubicBezTo>
                    <a:close/>
                    <a:moveTo>
                      <a:pt x="58181" y="15483"/>
                    </a:moveTo>
                    <a:cubicBezTo>
                      <a:pt x="47272" y="15483"/>
                      <a:pt x="36363" y="19354"/>
                      <a:pt x="29090" y="27096"/>
                    </a:cubicBezTo>
                    <a:cubicBezTo>
                      <a:pt x="21818" y="34838"/>
                      <a:pt x="14545" y="46451"/>
                      <a:pt x="14545" y="58064"/>
                    </a:cubicBezTo>
                    <a:cubicBezTo>
                      <a:pt x="14545" y="73548"/>
                      <a:pt x="21818" y="81290"/>
                      <a:pt x="29090" y="92903"/>
                    </a:cubicBezTo>
                    <a:cubicBezTo>
                      <a:pt x="36363" y="100645"/>
                      <a:pt x="47272" y="104516"/>
                      <a:pt x="58181" y="104516"/>
                    </a:cubicBezTo>
                    <a:cubicBezTo>
                      <a:pt x="69090" y="104516"/>
                      <a:pt x="80000" y="100645"/>
                      <a:pt x="87272" y="92903"/>
                    </a:cubicBezTo>
                    <a:cubicBezTo>
                      <a:pt x="105454" y="73548"/>
                      <a:pt x="105454" y="46451"/>
                      <a:pt x="87272" y="27096"/>
                    </a:cubicBezTo>
                    <a:cubicBezTo>
                      <a:pt x="80000" y="19354"/>
                      <a:pt x="69090" y="15483"/>
                      <a:pt x="58181" y="154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" name="Shape 36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37" name="Shape 37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pathLst>
                  <a:path extrusionOk="0" h="120000" w="120000">
                    <a:moveTo>
                      <a:pt x="5475" y="120000"/>
                    </a:moveTo>
                    <a:lnTo>
                      <a:pt x="0" y="116656"/>
                    </a:lnTo>
                    <a:lnTo>
                      <a:pt x="92623" y="40123"/>
                    </a:lnTo>
                    <a:lnTo>
                      <a:pt x="113155" y="0"/>
                    </a:lnTo>
                    <a:lnTo>
                      <a:pt x="120000" y="2229"/>
                    </a:lnTo>
                    <a:lnTo>
                      <a:pt x="99467" y="43467"/>
                    </a:lnTo>
                    <a:lnTo>
                      <a:pt x="99467" y="43467"/>
                    </a:lnTo>
                    <a:lnTo>
                      <a:pt x="547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8" name="Shape 38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pathLst>
                  <a:path extrusionOk="0" h="120000" w="120000">
                    <a:moveTo>
                      <a:pt x="61818" y="120000"/>
                    </a:moveTo>
                    <a:cubicBezTo>
                      <a:pt x="47272" y="120000"/>
                      <a:pt x="32727" y="112500"/>
                      <a:pt x="21818" y="101250"/>
                    </a:cubicBezTo>
                    <a:cubicBezTo>
                      <a:pt x="0" y="78750"/>
                      <a:pt x="0" y="41250"/>
                      <a:pt x="21818" y="18750"/>
                    </a:cubicBezTo>
                    <a:cubicBezTo>
                      <a:pt x="32727" y="7500"/>
                      <a:pt x="47272" y="0"/>
                      <a:pt x="61818" y="0"/>
                    </a:cubicBezTo>
                    <a:cubicBezTo>
                      <a:pt x="76363" y="0"/>
                      <a:pt x="90909" y="7500"/>
                      <a:pt x="101818" y="18750"/>
                    </a:cubicBezTo>
                    <a:cubicBezTo>
                      <a:pt x="112727" y="30000"/>
                      <a:pt x="120000" y="45000"/>
                      <a:pt x="120000" y="60000"/>
                    </a:cubicBezTo>
                    <a:cubicBezTo>
                      <a:pt x="120000" y="75000"/>
                      <a:pt x="112727" y="90000"/>
                      <a:pt x="101818" y="101250"/>
                    </a:cubicBezTo>
                    <a:cubicBezTo>
                      <a:pt x="90909" y="112500"/>
                      <a:pt x="76363" y="120000"/>
                      <a:pt x="61818" y="120000"/>
                    </a:cubicBezTo>
                    <a:close/>
                    <a:moveTo>
                      <a:pt x="61818" y="15000"/>
                    </a:moveTo>
                    <a:cubicBezTo>
                      <a:pt x="50909" y="15000"/>
                      <a:pt x="40000" y="22500"/>
                      <a:pt x="32727" y="30000"/>
                    </a:cubicBezTo>
                    <a:cubicBezTo>
                      <a:pt x="14545" y="45000"/>
                      <a:pt x="14545" y="75000"/>
                      <a:pt x="32727" y="90000"/>
                    </a:cubicBezTo>
                    <a:cubicBezTo>
                      <a:pt x="40000" y="101250"/>
                      <a:pt x="50909" y="105000"/>
                      <a:pt x="61818" y="105000"/>
                    </a:cubicBezTo>
                    <a:cubicBezTo>
                      <a:pt x="72727" y="105000"/>
                      <a:pt x="83636" y="101250"/>
                      <a:pt x="94545" y="90000"/>
                    </a:cubicBezTo>
                    <a:cubicBezTo>
                      <a:pt x="109090" y="75000"/>
                      <a:pt x="109090" y="45000"/>
                      <a:pt x="94545" y="30000"/>
                    </a:cubicBezTo>
                    <a:cubicBezTo>
                      <a:pt x="83636" y="22500"/>
                      <a:pt x="72727" y="15000"/>
                      <a:pt x="61818" y="15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Shape 39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Shape 40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pathLst>
                  <a:path extrusionOk="0" h="120000" w="120000">
                    <a:moveTo>
                      <a:pt x="9574" y="120000"/>
                    </a:moveTo>
                    <a:lnTo>
                      <a:pt x="0" y="120000"/>
                    </a:lnTo>
                    <a:lnTo>
                      <a:pt x="0" y="67180"/>
                    </a:lnTo>
                    <a:lnTo>
                      <a:pt x="0" y="67180"/>
                    </a:lnTo>
                    <a:lnTo>
                      <a:pt x="112340" y="0"/>
                    </a:lnTo>
                    <a:lnTo>
                      <a:pt x="120000" y="990"/>
                    </a:lnTo>
                    <a:lnTo>
                      <a:pt x="9574" y="67675"/>
                    </a:lnTo>
                    <a:lnTo>
                      <a:pt x="957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1" name="Shape 41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pathLst>
                  <a:path extrusionOk="0" h="120000" w="120000">
                    <a:moveTo>
                      <a:pt x="61818" y="120000"/>
                    </a:moveTo>
                    <a:cubicBezTo>
                      <a:pt x="29090" y="120000"/>
                      <a:pt x="0" y="90909"/>
                      <a:pt x="0" y="58181"/>
                    </a:cubicBezTo>
                    <a:cubicBezTo>
                      <a:pt x="0" y="25454"/>
                      <a:pt x="29090" y="0"/>
                      <a:pt x="61818" y="0"/>
                    </a:cubicBezTo>
                    <a:cubicBezTo>
                      <a:pt x="94545" y="0"/>
                      <a:pt x="120000" y="25454"/>
                      <a:pt x="120000" y="58181"/>
                    </a:cubicBezTo>
                    <a:cubicBezTo>
                      <a:pt x="120000" y="90909"/>
                      <a:pt x="94545" y="120000"/>
                      <a:pt x="61818" y="120000"/>
                    </a:cubicBezTo>
                    <a:close/>
                    <a:moveTo>
                      <a:pt x="61818" y="14545"/>
                    </a:moveTo>
                    <a:cubicBezTo>
                      <a:pt x="36363" y="14545"/>
                      <a:pt x="14545" y="32727"/>
                      <a:pt x="14545" y="58181"/>
                    </a:cubicBezTo>
                    <a:cubicBezTo>
                      <a:pt x="14545" y="83636"/>
                      <a:pt x="36363" y="105454"/>
                      <a:pt x="61818" y="105454"/>
                    </a:cubicBezTo>
                    <a:cubicBezTo>
                      <a:pt x="83636" y="105454"/>
                      <a:pt x="105454" y="83636"/>
                      <a:pt x="105454" y="58181"/>
                    </a:cubicBezTo>
                    <a:cubicBezTo>
                      <a:pt x="105454" y="32727"/>
                      <a:pt x="83636" y="14545"/>
                      <a:pt x="61818" y="1454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Shape 42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pathLst>
                  <a:path extrusionOk="0" h="120000" w="120000">
                    <a:moveTo>
                      <a:pt x="9375" y="120000"/>
                    </a:moveTo>
                    <a:lnTo>
                      <a:pt x="0" y="120000"/>
                    </a:lnTo>
                    <a:lnTo>
                      <a:pt x="0" y="97430"/>
                    </a:lnTo>
                    <a:lnTo>
                      <a:pt x="108750" y="75724"/>
                    </a:lnTo>
                    <a:lnTo>
                      <a:pt x="108750" y="0"/>
                    </a:lnTo>
                    <a:lnTo>
                      <a:pt x="120000" y="0"/>
                    </a:lnTo>
                    <a:lnTo>
                      <a:pt x="120000" y="76464"/>
                    </a:lnTo>
                    <a:lnTo>
                      <a:pt x="9375" y="98170"/>
                    </a:lnTo>
                    <a:lnTo>
                      <a:pt x="937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3" name="Shape 43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Shape 44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pathLst>
                  <a:path extrusionOk="0" h="120000" w="120000">
                    <a:moveTo>
                      <a:pt x="11134" y="120000"/>
                    </a:moveTo>
                    <a:lnTo>
                      <a:pt x="0" y="120000"/>
                    </a:lnTo>
                    <a:lnTo>
                      <a:pt x="0" y="37427"/>
                    </a:lnTo>
                    <a:lnTo>
                      <a:pt x="108865" y="18713"/>
                    </a:lnTo>
                    <a:lnTo>
                      <a:pt x="108865" y="0"/>
                    </a:lnTo>
                    <a:lnTo>
                      <a:pt x="120000" y="0"/>
                    </a:lnTo>
                    <a:lnTo>
                      <a:pt x="120000" y="19348"/>
                    </a:lnTo>
                    <a:lnTo>
                      <a:pt x="11134" y="38061"/>
                    </a:lnTo>
                    <a:lnTo>
                      <a:pt x="1113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5" name="Shape 45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Shape 46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7" name="Shape 47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Shape 48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49" name="Shape 49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0" name="Shape 50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1" name="Shape 5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 txBox="1"/>
          <p:nvPr>
            <p:ph type="ctrTitle"/>
          </p:nvPr>
        </p:nvSpPr>
        <p:spPr>
          <a:xfrm>
            <a:off x="2374264" y="894080"/>
            <a:ext cx="9319896" cy="11915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Questrial"/>
              <a:buNone/>
            </a:pPr>
            <a:r>
              <a:rPr b="0" i="0" lang="en-US" sz="6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NYU 6463 PROCESSOR</a:t>
            </a:r>
            <a:endParaRPr/>
          </a:p>
        </p:txBody>
      </p:sp>
      <p:sp>
        <p:nvSpPr>
          <p:cNvPr id="235" name="Shape 235"/>
          <p:cNvSpPr txBox="1"/>
          <p:nvPr>
            <p:ph idx="1" type="subTitle"/>
          </p:nvPr>
        </p:nvSpPr>
        <p:spPr>
          <a:xfrm>
            <a:off x="2469514" y="2621438"/>
            <a:ext cx="8791575" cy="3884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None/>
            </a:pPr>
            <a:r>
              <a:rPr b="1" i="0" lang="en-US" sz="2000" u="none" cap="none" strike="noStrik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rPr>
              <a:t>BY: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None/>
            </a:pPr>
            <a:r>
              <a:rPr b="1" i="0" lang="en-US" sz="2000" u="none" cap="none" strike="noStrik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rPr>
              <a:t>DAN WU</a:t>
            </a:r>
            <a:endParaRPr b="1" i="0" sz="2000" u="none" cap="none" strike="noStrik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None/>
            </a:pPr>
            <a:r>
              <a:rPr b="1" i="0" lang="en-US" sz="2000" u="none" cap="none" strike="noStrik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rPr>
              <a:t>KUSH AGARWAL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None/>
            </a:pPr>
            <a:r>
              <a:rPr b="1" i="0" lang="en-US" sz="2000" u="none" cap="none" strike="noStrik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rPr>
              <a:t>MADHUMITA SAWANT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None/>
            </a:pPr>
            <a:r>
              <a:rPr b="1" i="0" lang="en-US" sz="2000" u="none" cap="none" strike="noStrik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rPr>
              <a:t>MONICA REDDY TIRUPARI</a:t>
            </a:r>
            <a:endParaRPr b="1" i="0" sz="2000" u="none" cap="none" strike="noStrik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None/>
            </a:pPr>
            <a:r>
              <a:rPr b="1" i="0" lang="en-US" sz="2000" u="none" cap="none" strike="noStrik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rPr>
              <a:t>SHUBHAM MAHALANK</a:t>
            </a:r>
            <a:endParaRPr b="1" i="0" sz="2000" u="none" cap="none" strike="noStrik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None/>
            </a:pPr>
            <a:r>
              <a:rPr b="1" i="0" lang="en-US" sz="2000" u="none" cap="none" strike="noStrik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rPr>
              <a:t>XINMEI JIN</a:t>
            </a:r>
            <a:endParaRPr b="1" i="0" sz="2000" u="none" cap="none" strike="noStrik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None/>
            </a:pPr>
            <a:r>
              <a:rPr b="1" i="0" lang="en-US" sz="2000" u="none" cap="none" strike="noStrik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rPr>
              <a:t>ZHAOXI CHEN</a:t>
            </a:r>
            <a:endParaRPr b="1" i="0" sz="2000" u="none" cap="none" strike="noStrik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 txBox="1"/>
          <p:nvPr>
            <p:ph type="title"/>
          </p:nvPr>
        </p:nvSpPr>
        <p:spPr>
          <a:xfrm>
            <a:off x="983758" y="508858"/>
            <a:ext cx="9905998" cy="793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PROGRESS SO FAR:</a:t>
            </a:r>
            <a:endParaRPr/>
          </a:p>
        </p:txBody>
      </p:sp>
      <p:sp>
        <p:nvSpPr>
          <p:cNvPr id="241" name="Shape 241"/>
          <p:cNvSpPr txBox="1"/>
          <p:nvPr>
            <p:ph idx="1" type="body"/>
          </p:nvPr>
        </p:nvSpPr>
        <p:spPr>
          <a:xfrm>
            <a:off x="973252" y="1300480"/>
            <a:ext cx="10786428" cy="514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68325" lvl="0" marL="568325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oto Sans Symbols"/>
              <a:buChar char="✓"/>
            </a:pPr>
            <a:r>
              <a:rPr b="0" i="0" lang="en-US" sz="2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Block Diagram </a:t>
            </a:r>
            <a:endParaRPr/>
          </a:p>
          <a:p>
            <a:pPr indent="-568325" lvl="0" marL="568325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oto Sans Symbols"/>
              <a:buChar char="✓"/>
            </a:pPr>
            <a:r>
              <a:rPr b="0" i="0" lang="en-US" sz="2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VHDL code of the complete processor and its individual components.</a:t>
            </a:r>
            <a:endParaRPr/>
          </a:p>
          <a:p>
            <a:pPr indent="-568325" lvl="0" marL="568325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oto Sans Symbols"/>
              <a:buChar char="✓"/>
            </a:pPr>
            <a:r>
              <a:rPr b="0" i="0" lang="en-US" sz="2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Functional Simulation of Individual modules.</a:t>
            </a:r>
            <a:endParaRPr/>
          </a:p>
          <a:p>
            <a:pPr indent="-568325" lvl="0" marL="568325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oto Sans Symbols"/>
              <a:buChar char="✓"/>
            </a:pPr>
            <a:r>
              <a:rPr b="0" i="0" lang="en-US" sz="2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Functional Simulation of the complete integrated Processor.</a:t>
            </a:r>
            <a:endParaRPr/>
          </a:p>
          <a:p>
            <a:pPr indent="-568325" lvl="0" marL="568325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oto Sans Symbols"/>
              <a:buChar char="✓"/>
            </a:pPr>
            <a:r>
              <a:rPr b="0" i="0" lang="en-US" sz="2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Simulation of the two sample codes provided. </a:t>
            </a:r>
            <a:endParaRPr/>
          </a:p>
          <a:p>
            <a:pPr indent="-568325" lvl="0" marL="568325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oto Sans Symbols"/>
              <a:buChar char="✓"/>
            </a:pPr>
            <a:r>
              <a:rPr b="0" i="0" lang="en-US" sz="2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RC5 code in assembly.</a:t>
            </a:r>
            <a:endParaRPr/>
          </a:p>
          <a:p>
            <a:pPr indent="-568325" lvl="0" marL="568325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oto Sans Symbols"/>
              <a:buChar char="✓"/>
            </a:pPr>
            <a:r>
              <a:rPr b="0" i="0" lang="en-US" sz="2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RC5 assembly code to machine code using the processor’s ISA.</a:t>
            </a:r>
            <a:endParaRPr/>
          </a:p>
          <a:p>
            <a:pPr indent="-568325" lvl="0" marL="568325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oto Sans Symbols"/>
              <a:buChar char="✓"/>
            </a:pPr>
            <a:r>
              <a:rPr b="0" i="0" lang="en-US" sz="2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Timing Simulation of the Integrated Processor.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 txBox="1"/>
          <p:nvPr>
            <p:ph type="title"/>
          </p:nvPr>
        </p:nvSpPr>
        <p:spPr>
          <a:xfrm>
            <a:off x="1511283" y="187003"/>
            <a:ext cx="9905998" cy="819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BLOCK DIAGRAM OF NYU-6463 PROCESSOR</a:t>
            </a:r>
            <a:endParaRPr/>
          </a:p>
        </p:txBody>
      </p:sp>
      <p:pic>
        <p:nvPicPr>
          <p:cNvPr descr="A close up of a map  Description generated with high confidence" id="247" name="Shape 247"/>
          <p:cNvPicPr preferRelativeResize="0"/>
          <p:nvPr/>
        </p:nvPicPr>
        <p:blipFill rotWithShape="1">
          <a:blip r:embed="rId3">
            <a:alphaModFix/>
          </a:blip>
          <a:srcRect b="2729" l="0" r="8759" t="10027"/>
          <a:stretch/>
        </p:blipFill>
        <p:spPr>
          <a:xfrm>
            <a:off x="1159173" y="1086379"/>
            <a:ext cx="9893532" cy="5387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RC5 ASSEMBLY</a:t>
            </a:r>
            <a:endParaRPr b="0" i="0" sz="3600" u="none" cap="none" strike="noStrike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53" name="Shape 253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Data Mem: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Mem[0] to Mem[25] store Skey</a:t>
            </a:r>
            <a:endParaRPr b="0" i="0" sz="2400" u="none" cap="none" strike="noStrike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Mem[26] to Mem[29] store Ukey</a:t>
            </a:r>
            <a:endParaRPr b="0" i="0" sz="2400" u="none" cap="none" strike="noStrike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RF: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R[1] represent A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R[2] represent B</a:t>
            </a:r>
            <a:endParaRPr/>
          </a:p>
        </p:txBody>
      </p:sp>
      <p:pic>
        <p:nvPicPr>
          <p:cNvPr id="254" name="Shape 2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4302" y="1866900"/>
            <a:ext cx="5200650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SIMULATION OF THE NYU-6463 PROCESSOR</a:t>
            </a:r>
            <a:endParaRPr/>
          </a:p>
        </p:txBody>
      </p:sp>
      <p:sp>
        <p:nvSpPr>
          <p:cNvPr id="260" name="Shape 260"/>
          <p:cNvSpPr txBox="1"/>
          <p:nvPr>
            <p:ph idx="1" type="body"/>
          </p:nvPr>
        </p:nvSpPr>
        <p:spPr>
          <a:xfrm>
            <a:off x="123981" y="1721453"/>
            <a:ext cx="9905999" cy="498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Key_exp:</a:t>
            </a:r>
            <a:endParaRPr/>
          </a:p>
          <a:p>
            <a:pPr indent="-381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381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381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 Rc5_enc: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381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Rc5_dec:</a:t>
            </a:r>
            <a:endParaRPr b="1" i="0" sz="2400" u="none" cap="none" strike="noStrike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descr="keyexpansion_timing" id="261" name="Shape 2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57867"/>
            <a:ext cx="12192000" cy="16465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ncryption_timming" id="262" name="Shape 2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409189"/>
            <a:ext cx="12191632" cy="2068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267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SIMULATION OF THE NYU-6463 PROCESSOR</a:t>
            </a:r>
            <a:endParaRPr/>
          </a:p>
        </p:txBody>
      </p:sp>
      <p:sp>
        <p:nvSpPr>
          <p:cNvPr id="268" name="Shape 268"/>
          <p:cNvSpPr txBox="1"/>
          <p:nvPr>
            <p:ph idx="1" type="body"/>
          </p:nvPr>
        </p:nvSpPr>
        <p:spPr>
          <a:xfrm>
            <a:off x="123981" y="1721453"/>
            <a:ext cx="9905999" cy="498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Rc5_dec:</a:t>
            </a:r>
            <a:endParaRPr b="1" i="0" sz="2400" u="none" cap="none" strike="noStrike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descr="decryption_timing" id="269" name="Shape 2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944811"/>
            <a:ext cx="12197959" cy="1962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274"/>
          <p:cNvSpPr txBox="1"/>
          <p:nvPr>
            <p:ph type="title"/>
          </p:nvPr>
        </p:nvSpPr>
        <p:spPr>
          <a:xfrm>
            <a:off x="983758" y="508858"/>
            <a:ext cx="9905998" cy="793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TASKS TO BE COMPLETED:</a:t>
            </a:r>
            <a:endParaRPr/>
          </a:p>
        </p:txBody>
      </p:sp>
      <p:sp>
        <p:nvSpPr>
          <p:cNvPr id="275" name="Shape 275"/>
          <p:cNvSpPr txBox="1"/>
          <p:nvPr>
            <p:ph idx="1" type="body"/>
          </p:nvPr>
        </p:nvSpPr>
        <p:spPr>
          <a:xfrm>
            <a:off x="973252" y="1300480"/>
            <a:ext cx="10786428" cy="514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6075" lvl="0" marL="346075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Actual FPGA Simulation</a:t>
            </a:r>
            <a:endParaRPr/>
          </a:p>
          <a:p>
            <a:pPr indent="-346075" lvl="0" marL="346075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Timing Simulation of the Intergrated Processor running the RC5 Code.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