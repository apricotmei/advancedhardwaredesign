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63" r:id="rId5"/>
    <p:sldId id="261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4" d="100"/>
          <a:sy n="44" d="100"/>
        </p:scale>
        <p:origin x="72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2661FC-E49E-4E08-9121-05051A9EE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4264" y="894080"/>
            <a:ext cx="9319896" cy="1191577"/>
          </a:xfrm>
        </p:spPr>
        <p:txBody>
          <a:bodyPr>
            <a:normAutofit/>
          </a:bodyPr>
          <a:lstStyle/>
          <a:p>
            <a:r>
              <a:rPr lang="en-US" sz="6000" dirty="0"/>
              <a:t>NYU 6463 PROCESSOR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DC0AB8E-EF23-4C25-8B75-230EA2D81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9514" y="2621438"/>
            <a:ext cx="8791575" cy="3884465"/>
          </a:xfrm>
        </p:spPr>
        <p:txBody>
          <a:bodyPr tIns="0" bIns="0">
            <a:normAutofit/>
          </a:bodyPr>
          <a:lstStyle/>
          <a:p>
            <a:r>
              <a:rPr lang="en-US" b="1" dirty="0"/>
              <a:t>By:</a:t>
            </a:r>
          </a:p>
          <a:p>
            <a:r>
              <a:rPr lang="en-US" b="1" dirty="0"/>
              <a:t>Dan </a:t>
            </a:r>
            <a:r>
              <a:rPr lang="en-US" b="1" dirty="0" err="1"/>
              <a:t>wu</a:t>
            </a:r>
            <a:endParaRPr lang="en-US" b="1" dirty="0"/>
          </a:p>
          <a:p>
            <a:r>
              <a:rPr lang="en-US" b="1" dirty="0"/>
              <a:t>Kush Agarwal</a:t>
            </a:r>
          </a:p>
          <a:p>
            <a:r>
              <a:rPr lang="en-US" b="1" dirty="0"/>
              <a:t>Madhumita Sawant</a:t>
            </a:r>
          </a:p>
          <a:p>
            <a:r>
              <a:rPr lang="en-US" b="1" dirty="0"/>
              <a:t>Monica </a:t>
            </a:r>
            <a:r>
              <a:rPr lang="en-US" b="1" dirty="0" err="1"/>
              <a:t>reddy</a:t>
            </a:r>
            <a:r>
              <a:rPr lang="en-US" b="1" dirty="0"/>
              <a:t> </a:t>
            </a:r>
            <a:r>
              <a:rPr lang="en-US" b="1" dirty="0" err="1"/>
              <a:t>tirupari</a:t>
            </a:r>
            <a:endParaRPr lang="en-US" b="1" dirty="0"/>
          </a:p>
          <a:p>
            <a:r>
              <a:rPr lang="en-US" b="1" dirty="0"/>
              <a:t>Shubham </a:t>
            </a:r>
            <a:r>
              <a:rPr lang="en-US" b="1" dirty="0" err="1"/>
              <a:t>mahalank</a:t>
            </a:r>
            <a:endParaRPr lang="en-US" b="1" dirty="0"/>
          </a:p>
          <a:p>
            <a:r>
              <a:rPr lang="en-US" b="1" dirty="0" err="1"/>
              <a:t>xinmei</a:t>
            </a:r>
            <a:r>
              <a:rPr lang="en-US" b="1" dirty="0"/>
              <a:t> </a:t>
            </a:r>
            <a:r>
              <a:rPr lang="en-US" b="1" dirty="0" err="1"/>
              <a:t>jin</a:t>
            </a:r>
            <a:endParaRPr lang="en-US" b="1" dirty="0"/>
          </a:p>
          <a:p>
            <a:r>
              <a:rPr lang="en-US" b="1" dirty="0" err="1"/>
              <a:t>zhaoxi</a:t>
            </a:r>
            <a:r>
              <a:rPr lang="en-US" b="1" dirty="0"/>
              <a:t> </a:t>
            </a:r>
            <a:r>
              <a:rPr lang="en-US" b="1" dirty="0" err="1"/>
              <a:t>chen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406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D88862-42E8-41C9-A94B-708A5D69F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758" y="508858"/>
            <a:ext cx="9905998" cy="793722"/>
          </a:xfrm>
        </p:spPr>
        <p:txBody>
          <a:bodyPr/>
          <a:lstStyle/>
          <a:p>
            <a:r>
              <a:rPr lang="en-US" b="1" dirty="0"/>
              <a:t>Progress so Far: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A48F81-46C7-4853-B821-C8A1C1B52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252" y="1300480"/>
            <a:ext cx="10786428" cy="5140960"/>
          </a:xfrm>
        </p:spPr>
        <p:txBody>
          <a:bodyPr>
            <a:normAutofit/>
          </a:bodyPr>
          <a:lstStyle/>
          <a:p>
            <a:pPr marL="568325" indent="-568325" algn="just">
              <a:buFont typeface="Wingdings" panose="05000000000000000000" pitchFamily="2" charset="2"/>
              <a:buChar char="ü"/>
            </a:pPr>
            <a:r>
              <a:rPr lang="en-US" sz="2800" dirty="0"/>
              <a:t>Block Diagram </a:t>
            </a:r>
          </a:p>
          <a:p>
            <a:pPr marL="568325" indent="-568325" algn="just">
              <a:buFont typeface="Wingdings" panose="05000000000000000000" pitchFamily="2" charset="2"/>
              <a:buChar char="ü"/>
            </a:pPr>
            <a:r>
              <a:rPr lang="en-US" sz="2800" dirty="0"/>
              <a:t>VHDL code of the complete processor and its individual components.</a:t>
            </a:r>
          </a:p>
          <a:p>
            <a:pPr marL="568325" indent="-568325" algn="just">
              <a:buFont typeface="Wingdings" panose="05000000000000000000" pitchFamily="2" charset="2"/>
              <a:buChar char="ü"/>
            </a:pPr>
            <a:r>
              <a:rPr lang="en-US" sz="2800" dirty="0"/>
              <a:t>Functional Simulation of Individual modules.</a:t>
            </a:r>
          </a:p>
          <a:p>
            <a:pPr marL="568325" indent="-568325" algn="just">
              <a:buFont typeface="Wingdings" panose="05000000000000000000" pitchFamily="2" charset="2"/>
              <a:buChar char="ü"/>
            </a:pPr>
            <a:r>
              <a:rPr lang="en-US" sz="2800" dirty="0"/>
              <a:t>Functional Simulation of the complete integrated Processor.</a:t>
            </a:r>
          </a:p>
          <a:p>
            <a:pPr marL="568325" indent="-568325" algn="just">
              <a:buFont typeface="Wingdings" panose="05000000000000000000" pitchFamily="2" charset="2"/>
              <a:buChar char="ü"/>
            </a:pPr>
            <a:r>
              <a:rPr lang="en-US" sz="2800" dirty="0"/>
              <a:t>Simulation of the two sample codes provided. </a:t>
            </a:r>
          </a:p>
          <a:p>
            <a:pPr marL="568325" indent="-568325" algn="just">
              <a:buFont typeface="Wingdings" panose="05000000000000000000" pitchFamily="2" charset="2"/>
              <a:buChar char="ü"/>
            </a:pPr>
            <a:r>
              <a:rPr lang="en-US" sz="2800" dirty="0"/>
              <a:t>RC5 code in assembly.</a:t>
            </a:r>
          </a:p>
          <a:p>
            <a:pPr marL="568325" indent="-568325" algn="just">
              <a:buFont typeface="Wingdings" panose="05000000000000000000" pitchFamily="2" charset="2"/>
              <a:buChar char="ü"/>
            </a:pPr>
            <a:r>
              <a:rPr lang="en-US" sz="2800" dirty="0"/>
              <a:t>RC5 assembly code to machine code using the processor’s ISA.</a:t>
            </a:r>
          </a:p>
          <a:p>
            <a:pPr marL="568325" indent="-568325" algn="just">
              <a:buFont typeface="Wingdings" panose="05000000000000000000" pitchFamily="2" charset="2"/>
              <a:buChar char="ü"/>
            </a:pPr>
            <a:r>
              <a:rPr lang="en-US" sz="2800" dirty="0"/>
              <a:t>Timing Simulation of the Integrated Processor.</a:t>
            </a:r>
          </a:p>
        </p:txBody>
      </p:sp>
    </p:spTree>
    <p:extLst>
      <p:ext uri="{BB962C8B-B14F-4D97-AF65-F5344CB8AC3E}">
        <p14:creationId xmlns:p14="http://schemas.microsoft.com/office/powerpoint/2010/main" val="3208092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18E77B-DFA8-4EB4-BDD6-77468A383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83" y="187003"/>
            <a:ext cx="9905998" cy="819864"/>
          </a:xfrm>
        </p:spPr>
        <p:txBody>
          <a:bodyPr/>
          <a:lstStyle/>
          <a:p>
            <a:r>
              <a:rPr lang="en-US" b="1" dirty="0"/>
              <a:t>BLOCK DIAGRAM OF nyu-6463 processor</a:t>
            </a:r>
          </a:p>
        </p:txBody>
      </p:sp>
      <p:pic>
        <p:nvPicPr>
          <p:cNvPr id="5" name="Picture 4" descr="A close up of a map&#10;&#10;Description generated with high confidence">
            <a:extLst>
              <a:ext uri="{FF2B5EF4-FFF2-40B4-BE49-F238E27FC236}">
                <a16:creationId xmlns:a16="http://schemas.microsoft.com/office/drawing/2014/main" xmlns="" id="{80B699CB-ED52-43DD-81C0-FCD7887115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27" r="8759" b="2729"/>
          <a:stretch/>
        </p:blipFill>
        <p:spPr>
          <a:xfrm>
            <a:off x="1159173" y="1086379"/>
            <a:ext cx="9893532" cy="538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213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18E77B-DFA8-4EB4-BDD6-77468A38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RC5 ASSEMBLY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Data Mem: </a:t>
            </a:r>
          </a:p>
          <a:p>
            <a:pPr marL="0" indent="0">
              <a:buNone/>
            </a:pPr>
            <a:r>
              <a:rPr lang="en-US" altLang="zh-CN" dirty="0" smtClean="0"/>
              <a:t>Mem[0] to Mem[25] store </a:t>
            </a:r>
            <a:r>
              <a:rPr lang="en-US" altLang="zh-CN" dirty="0" err="1" smtClean="0"/>
              <a:t>Skey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Mem[26] to Mem[29] store </a:t>
            </a:r>
            <a:r>
              <a:rPr lang="en-US" altLang="zh-CN" smtClean="0"/>
              <a:t>Ukey</a:t>
            </a:r>
            <a:endParaRPr lang="en-US" altLang="zh-CN" dirty="0" smtClean="0"/>
          </a:p>
          <a:p>
            <a:r>
              <a:rPr lang="en-US" altLang="zh-CN" dirty="0" smtClean="0"/>
              <a:t>RF:</a:t>
            </a:r>
          </a:p>
          <a:p>
            <a:pPr marL="0" indent="0">
              <a:buNone/>
            </a:pPr>
            <a:r>
              <a:rPr lang="en-US" altLang="zh-CN" dirty="0" smtClean="0"/>
              <a:t>R[1] represent A</a:t>
            </a:r>
          </a:p>
          <a:p>
            <a:pPr marL="0" indent="0">
              <a:buNone/>
            </a:pPr>
            <a:r>
              <a:rPr lang="en-US" altLang="zh-CN" dirty="0" smtClean="0"/>
              <a:t>R[2] represent B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302" y="1866900"/>
            <a:ext cx="520065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910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18E77B-DFA8-4EB4-BDD6-77468A38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of the nyu-6463 processor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568954-7E9F-49F1-BBAC-1127C3703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81" y="1721453"/>
            <a:ext cx="9905999" cy="4988440"/>
          </a:xfrm>
        </p:spPr>
        <p:txBody>
          <a:bodyPr>
            <a:normAutofit/>
          </a:bodyPr>
          <a:lstStyle/>
          <a:p>
            <a:r>
              <a:rPr lang="en-US" b="1" dirty="0" err="1" smtClean="0"/>
              <a:t>Key_exp</a:t>
            </a:r>
            <a:r>
              <a:rPr lang="en-US" b="1" dirty="0" smtClean="0"/>
              <a:t>:</a:t>
            </a:r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 Rc5_enc:</a:t>
            </a:r>
          </a:p>
          <a:p>
            <a:pPr marL="0" indent="0">
              <a:buNone/>
            </a:pP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Rc5_dec:</a:t>
            </a:r>
            <a:endParaRPr lang="en-US" b="1" dirty="0"/>
          </a:p>
        </p:txBody>
      </p:sp>
      <p:pic>
        <p:nvPicPr>
          <p:cNvPr id="1027" name="Picture 3" descr="keyexpansion_tim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57867"/>
            <a:ext cx="12192000" cy="1646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encryption_timm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09189"/>
            <a:ext cx="12191632" cy="206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7712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18E77B-DFA8-4EB4-BDD6-77468A38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of the nyu-6463 processor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568954-7E9F-49F1-BBAC-1127C3703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81" y="1721453"/>
            <a:ext cx="9905999" cy="498844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 smtClean="0"/>
          </a:p>
          <a:p>
            <a:r>
              <a:rPr lang="en-US" b="1" dirty="0" smtClean="0"/>
              <a:t>Rc5_dec:</a:t>
            </a:r>
            <a:endParaRPr lang="en-US" b="1" dirty="0"/>
          </a:p>
        </p:txBody>
      </p:sp>
      <p:pic>
        <p:nvPicPr>
          <p:cNvPr id="1030" name="Picture 6" descr="decryption_tim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44811"/>
            <a:ext cx="12197959" cy="1962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3053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D88862-42E8-41C9-A94B-708A5D69F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758" y="508858"/>
            <a:ext cx="9905998" cy="793722"/>
          </a:xfrm>
        </p:spPr>
        <p:txBody>
          <a:bodyPr/>
          <a:lstStyle/>
          <a:p>
            <a:r>
              <a:rPr lang="en-US" b="1" dirty="0"/>
              <a:t>Tasks to be completed: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A48F81-46C7-4853-B821-C8A1C1B52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252" y="1300480"/>
            <a:ext cx="10786428" cy="5140960"/>
          </a:xfrm>
        </p:spPr>
        <p:txBody>
          <a:bodyPr>
            <a:normAutofit/>
          </a:bodyPr>
          <a:lstStyle/>
          <a:p>
            <a:pPr marL="346075" indent="-346075" algn="just"/>
            <a:r>
              <a:rPr lang="en-US" sz="2800" dirty="0"/>
              <a:t>Actual FPGA Simulation</a:t>
            </a:r>
          </a:p>
          <a:p>
            <a:pPr marL="346075" indent="-346075" algn="just"/>
            <a:r>
              <a:rPr lang="en-US" sz="2800" dirty="0"/>
              <a:t>Timing Simulation of the </a:t>
            </a:r>
            <a:r>
              <a:rPr lang="en-US" sz="2800" dirty="0" err="1"/>
              <a:t>Intergrated</a:t>
            </a:r>
            <a:r>
              <a:rPr lang="en-US" sz="2800" dirty="0"/>
              <a:t> Processor running the RC5 Code.</a:t>
            </a:r>
          </a:p>
        </p:txBody>
      </p:sp>
    </p:spTree>
    <p:extLst>
      <p:ext uri="{BB962C8B-B14F-4D97-AF65-F5344CB8AC3E}">
        <p14:creationId xmlns:p14="http://schemas.microsoft.com/office/powerpoint/2010/main" val="3904304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2675</TotalTime>
  <Words>154</Words>
  <Application>Microsoft Office PowerPoint</Application>
  <PresentationFormat>宽屏</PresentationFormat>
  <Paragraphs>41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宋体</vt:lpstr>
      <vt:lpstr>Arial</vt:lpstr>
      <vt:lpstr>Trebuchet MS</vt:lpstr>
      <vt:lpstr>Tw Cen MT</vt:lpstr>
      <vt:lpstr>Wingdings</vt:lpstr>
      <vt:lpstr>Circuit</vt:lpstr>
      <vt:lpstr>NYU 6463 PROCESSOR</vt:lpstr>
      <vt:lpstr>Progress so Far:</vt:lpstr>
      <vt:lpstr>BLOCK DIAGRAM OF nyu-6463 processor</vt:lpstr>
      <vt:lpstr>RC5 ASSEMBLY</vt:lpstr>
      <vt:lpstr>Simulation of the nyu-6463 processor</vt:lpstr>
      <vt:lpstr>Simulation of the nyu-6463 processor</vt:lpstr>
      <vt:lpstr>Tasks to be completed: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NYU 6463 PROCESSOR</dc:title>
  <dc:creator>Madhumita Sawant</dc:creator>
  <cp:lastModifiedBy>陈昭希</cp:lastModifiedBy>
  <cp:revision>37</cp:revision>
  <dcterms:created xsi:type="dcterms:W3CDTF">2017-12-09T21:35:18Z</dcterms:created>
  <dcterms:modified xsi:type="dcterms:W3CDTF">2017-12-11T20:47:50Z</dcterms:modified>
</cp:coreProperties>
</file>