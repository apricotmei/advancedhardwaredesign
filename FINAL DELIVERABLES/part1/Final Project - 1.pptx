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0" y="186875"/>
            <a:ext cx="8520600" cy="26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NYU Processor 6364</a:t>
            </a:r>
            <a:endParaRPr sz="51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ACHD Final Project - I</a:t>
            </a:r>
            <a:endParaRPr sz="5100"/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3590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Dan Wu, Kush Agarwal, Madhumita Sawant, Monica Reddy Tirupari, Shubham Mahalank, Xinmei Jin, Zhaoxi Chen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109350" y="-37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/>
              <a:t>Work Completed in Part 1</a:t>
            </a:r>
            <a:endParaRPr b="1" sz="2200"/>
          </a:p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235500" y="390475"/>
            <a:ext cx="8520600" cy="4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UcParenR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of components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Memory (IM)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File (RF)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Logic Unit (ALU)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Memory (DM)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Combining Components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combined all the components to make Single cycle MIPS Architecture.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Functional Simulation:</a:t>
            </a:r>
            <a:b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simulation of every component was done(using Test Benches) , along with functional simulation of the combined MIPS architecture.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Verifying</a:t>
            </a:r>
            <a:b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verified our newly developed processor using the 2 Sample codes provided to us in the project description file.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E) RC5 Code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designed the code in Assembly language and tested it.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311700" y="46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Shape 68"/>
          <p:cNvPicPr preferRelativeResize="0"/>
          <p:nvPr/>
        </p:nvPicPr>
        <p:blipFill rotWithShape="1">
          <a:blip r:embed="rId3">
            <a:alphaModFix/>
          </a:blip>
          <a:srcRect b="22456" l="2771" r="0" t="0"/>
          <a:stretch/>
        </p:blipFill>
        <p:spPr>
          <a:xfrm>
            <a:off x="624675" y="1152475"/>
            <a:ext cx="6936098" cy="41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528075" y="46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Output Verification</a:t>
            </a:r>
            <a:endParaRPr u="sng"/>
          </a:p>
        </p:txBody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</a:rPr>
              <a:t>Sample Code:</a:t>
            </a:r>
            <a:endParaRPr b="1"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ADDI R1, R0, 7  ////R0=0, R1=R0+7, R1=7</a:t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ADDI R2, R0, 8 ////R2=R0+8,R2=8</a:t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ADD R3, R1, R2///R3=R1+R2, R3=15(F)</a:t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HAL</a:t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3810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We can see , We get R1=7 ; R2= 8 and combined Result R3=F.</a:t>
            </a:r>
            <a:endParaRPr i="1" sz="1200">
              <a:solidFill>
                <a:schemeClr val="dk1"/>
              </a:solidFill>
            </a:endParaRPr>
          </a:p>
          <a:p>
            <a:pPr indent="0" lvl="0" marL="215900" marR="50419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Working correctly.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id="75" name="Shape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5" y="2105251"/>
            <a:ext cx="9143998" cy="17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code 2 simulation output</a:t>
            </a:r>
            <a:endParaRPr/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Shape 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88" y="1152475"/>
            <a:ext cx="8788223" cy="22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RC5 keyexpansion Assembly </a:t>
            </a:r>
            <a:endParaRPr/>
          </a:p>
        </p:txBody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x="828675" y="1184775"/>
            <a:ext cx="21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$0, $10, 26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$0, $11, 4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$0, $12, 78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$6, $3, 0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$3, $1, $9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$9, $2, $9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shl $9, $9, 3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$0, $9, $1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sw $6, $1, 0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$1, $2, $8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andi $8, $8, 31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$7, $4, 26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$4, $1, $9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$9, $2, $9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beq $0, $8, 3</a:t>
            </a:r>
            <a:endParaRPr sz="1200"/>
          </a:p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3102850" y="1249400"/>
            <a:ext cx="21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shl $9, $9,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subi $8, $8,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$0, $8, -3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$0, $9, $2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sw $7, $2, 26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$6, $6,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$7, $7,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$6, $10,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$6, $6, $6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$7, $11,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$7, $7, $7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$5, $5, 1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$5, $12, -29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</a:t>
            </a:r>
            <a:endParaRPr/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311700" y="1152475"/>
            <a:ext cx="183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$0, $3, 0 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$1, $3, $1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$0, $4,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$2, $4, $2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$0, $12, 12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 $1, $2, $4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 $1, $2, $5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$4, $5, $4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andi $2, $5, 31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$6, $6,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beq $0, $5, 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SHL $4, $4,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SUBI $5, $5,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$0, $5, -3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SHL $6, $7,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$7, $3, 0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1831900" y="1152475"/>
            <a:ext cx="183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$4, $3, $1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 $1, $2, $4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 $1, $2, $5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$4, $5, $4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andi $1, $5, 31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beq $0, $5, 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shl $4, $4,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subi $5, $5,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$0, $5, -3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$7, $7,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$7, $3, 0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 $4, $3, $2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$12, $6, -26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Shape 97"/>
          <p:cNvSpPr txBox="1"/>
          <p:nvPr>
            <p:ph type="title"/>
          </p:nvPr>
        </p:nvSpPr>
        <p:spPr>
          <a:xfrm>
            <a:off x="43952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DECRYPTION</a:t>
            </a:r>
            <a:endParaRPr/>
          </a:p>
        </p:txBody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4009100" y="1207950"/>
            <a:ext cx="183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$0, $12, 12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shl $12, $13,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addi $13, $14,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$14, $3, 0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$2, $3, $2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andi $1, $4, 31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beq $0, $4, 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shr $2, $2,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subi $4, $4,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$0, $4, -3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 $1, $2, $5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 $1, $2, $6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$5, $6, $2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$3, $3, $3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$13, $3, 0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186300" y="1207950"/>
            <a:ext cx="183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$1, $3, $1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andi $2, $4, 31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beq $0, $4, 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shr $1, $1,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subi $4, $4,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$0, $4, -3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 $1, $2, $5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 $1, $2, $6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$5, $6, $1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subi $12, $12,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bne $12, $0, -27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$3, $3, $3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$0, $3, 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$2, $3, $2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$3, $3, $3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lw $0, $3, 0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 $1, $3, $1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78275" y="336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Future Work</a:t>
            </a:r>
            <a:r>
              <a:rPr lang="en"/>
              <a:t>: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b="1" lang="en">
                <a:solidFill>
                  <a:srgbClr val="000000"/>
                </a:solidFill>
              </a:rPr>
              <a:t>Timing simulation of processor.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b="1" lang="en">
                <a:solidFill>
                  <a:srgbClr val="000000"/>
                </a:solidFill>
              </a:rPr>
              <a:t>Timing and Area Analysis.(Synthesis and Place and Route Analysis)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b="1" lang="en">
                <a:solidFill>
                  <a:srgbClr val="000000"/>
                </a:solidFill>
              </a:rPr>
              <a:t>Running RC5 code on the newly designed Processor.</a:t>
            </a:r>
            <a:endParaRPr b="1">
              <a:solidFill>
                <a:srgbClr val="000000"/>
              </a:solidFill>
            </a:endParaRPr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