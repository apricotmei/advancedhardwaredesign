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Questrial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661A0D8A-D1A4-4DD4-B8D7-AE3405CAA729}">
  <a:tblStyle styleId="{661A0D8A-D1A4-4DD4-B8D7-AE3405CAA7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Questria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sp>
        <p:nvSpPr>
          <p:cNvPr id="232" name="Shape 23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sp>
        <p:nvSpPr>
          <p:cNvPr id="238" name="Shape 23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Shape 24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Shape 25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sp>
        <p:nvSpPr>
          <p:cNvPr id="272" name="Shape 27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sp>
        <p:nvSpPr>
          <p:cNvPr id="279" name="Shape 279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sp>
        <p:nvSpPr>
          <p:cNvPr id="286" name="Shape 286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sp>
        <p:nvSpPr>
          <p:cNvPr id="292" name="Shape 292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Shape 5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Shape 54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Shape 55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Shape 56"/>
            <p:cNvSpPr/>
            <p:nvPr/>
          </p:nvSpPr>
          <p:spPr>
            <a:xfrm>
              <a:off x="1128713" y="217646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Shape 57"/>
            <p:cNvSpPr/>
            <p:nvPr/>
          </p:nvSpPr>
          <p:spPr>
            <a:xfrm>
              <a:off x="1123950" y="4021138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Shape 58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Shape 59"/>
            <p:cNvSpPr/>
            <p:nvPr/>
          </p:nvSpPr>
          <p:spPr>
            <a:xfrm>
              <a:off x="333375" y="448151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Shape 60"/>
            <p:cNvSpPr/>
            <p:nvPr/>
          </p:nvSpPr>
          <p:spPr>
            <a:xfrm>
              <a:off x="190500" y="9525"/>
              <a:ext cx="152400" cy="908050"/>
            </a:xfrm>
            <a:custGeom>
              <a:pathLst>
                <a:path extrusionOk="0" h="120000" w="120000">
                  <a:moveTo>
                    <a:pt x="18750" y="120000"/>
                  </a:moveTo>
                  <a:lnTo>
                    <a:pt x="0" y="118741"/>
                  </a:lnTo>
                  <a:lnTo>
                    <a:pt x="101250" y="79720"/>
                  </a:lnTo>
                  <a:lnTo>
                    <a:pt x="101250" y="0"/>
                  </a:lnTo>
                  <a:lnTo>
                    <a:pt x="120000" y="0"/>
                  </a:lnTo>
                  <a:lnTo>
                    <a:pt x="120000" y="80349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1" name="Shape 61"/>
            <p:cNvSpPr/>
            <p:nvPr/>
          </p:nvSpPr>
          <p:spPr>
            <a:xfrm>
              <a:off x="1290638" y="14288"/>
              <a:ext cx="376238" cy="1801813"/>
            </a:xfrm>
            <a:custGeom>
              <a:pathLst>
                <a:path extrusionOk="0" h="120000" w="120000">
                  <a:moveTo>
                    <a:pt x="112405" y="120000"/>
                  </a:moveTo>
                  <a:lnTo>
                    <a:pt x="0" y="65550"/>
                  </a:lnTo>
                  <a:lnTo>
                    <a:pt x="0" y="0"/>
                  </a:lnTo>
                  <a:lnTo>
                    <a:pt x="9113" y="0"/>
                  </a:lnTo>
                  <a:lnTo>
                    <a:pt x="9113" y="65233"/>
                  </a:lnTo>
                  <a:lnTo>
                    <a:pt x="120000" y="119365"/>
                  </a:lnTo>
                  <a:lnTo>
                    <a:pt x="112405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2" name="Shape 62"/>
            <p:cNvSpPr/>
            <p:nvPr/>
          </p:nvSpPr>
          <p:spPr>
            <a:xfrm>
              <a:off x="1600200" y="1801813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Shape 63"/>
            <p:cNvSpPr/>
            <p:nvPr/>
          </p:nvSpPr>
          <p:spPr>
            <a:xfrm>
              <a:off x="1381125" y="9525"/>
              <a:ext cx="371475" cy="1425575"/>
            </a:xfrm>
            <a:custGeom>
              <a:pathLst>
                <a:path extrusionOk="0" h="120000" w="120000">
                  <a:moveTo>
                    <a:pt x="112307" y="120000"/>
                  </a:moveTo>
                  <a:lnTo>
                    <a:pt x="0" y="51180"/>
                  </a:lnTo>
                  <a:lnTo>
                    <a:pt x="0" y="0"/>
                  </a:lnTo>
                  <a:lnTo>
                    <a:pt x="7692" y="0"/>
                  </a:lnTo>
                  <a:lnTo>
                    <a:pt x="7692" y="50779"/>
                  </a:lnTo>
                  <a:lnTo>
                    <a:pt x="120000" y="119198"/>
                  </a:lnTo>
                  <a:lnTo>
                    <a:pt x="112307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4" name="Shape 64"/>
            <p:cNvSpPr/>
            <p:nvPr/>
          </p:nvSpPr>
          <p:spPr>
            <a:xfrm>
              <a:off x="1643063" y="0"/>
              <a:ext cx="152400" cy="912813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97500" y="120000"/>
                  </a:lnTo>
                  <a:lnTo>
                    <a:pt x="97500" y="40069"/>
                  </a:lnTo>
                  <a:lnTo>
                    <a:pt x="0" y="1252"/>
                  </a:lnTo>
                  <a:lnTo>
                    <a:pt x="18750" y="0"/>
                  </a:lnTo>
                  <a:lnTo>
                    <a:pt x="120000" y="39443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Shape 65"/>
            <p:cNvSpPr/>
            <p:nvPr/>
          </p:nvSpPr>
          <p:spPr>
            <a:xfrm>
              <a:off x="1685925" y="142081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Shape 66"/>
            <p:cNvSpPr/>
            <p:nvPr/>
          </p:nvSpPr>
          <p:spPr>
            <a:xfrm>
              <a:off x="1685925" y="90328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Shape 67"/>
            <p:cNvSpPr/>
            <p:nvPr/>
          </p:nvSpPr>
          <p:spPr>
            <a:xfrm>
              <a:off x="1743075" y="4763"/>
              <a:ext cx="419100" cy="522288"/>
            </a:xfrm>
            <a:custGeom>
              <a:pathLst>
                <a:path extrusionOk="0" h="120000" w="120000">
                  <a:moveTo>
                    <a:pt x="114545" y="120000"/>
                  </a:moveTo>
                  <a:lnTo>
                    <a:pt x="20454" y="43768"/>
                  </a:lnTo>
                  <a:lnTo>
                    <a:pt x="0" y="2188"/>
                  </a:lnTo>
                  <a:lnTo>
                    <a:pt x="6818" y="0"/>
                  </a:lnTo>
                  <a:lnTo>
                    <a:pt x="27272" y="40486"/>
                  </a:lnTo>
                  <a:lnTo>
                    <a:pt x="120000" y="115623"/>
                  </a:lnTo>
                  <a:lnTo>
                    <a:pt x="114545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Shape 68"/>
            <p:cNvSpPr/>
            <p:nvPr/>
          </p:nvSpPr>
          <p:spPr>
            <a:xfrm>
              <a:off x="2119313" y="488950"/>
              <a:ext cx="161925" cy="147638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45882" y="120000"/>
                    <a:pt x="31764" y="116129"/>
                    <a:pt x="21176" y="104516"/>
                  </a:cubicBezTo>
                  <a:cubicBezTo>
                    <a:pt x="0" y="77419"/>
                    <a:pt x="0" y="38709"/>
                    <a:pt x="21176" y="15483"/>
                  </a:cubicBezTo>
                  <a:cubicBezTo>
                    <a:pt x="31764" y="3870"/>
                    <a:pt x="45882" y="0"/>
                    <a:pt x="60000" y="0"/>
                  </a:cubicBezTo>
                  <a:cubicBezTo>
                    <a:pt x="74117" y="0"/>
                    <a:pt x="88235" y="3870"/>
                    <a:pt x="98823" y="15483"/>
                  </a:cubicBezTo>
                  <a:cubicBezTo>
                    <a:pt x="120000" y="38709"/>
                    <a:pt x="120000" y="77419"/>
                    <a:pt x="98823" y="104516"/>
                  </a:cubicBezTo>
                  <a:cubicBezTo>
                    <a:pt x="88235" y="116129"/>
                    <a:pt x="74117" y="120000"/>
                    <a:pt x="60000" y="120000"/>
                  </a:cubicBezTo>
                  <a:close/>
                  <a:moveTo>
                    <a:pt x="60000" y="15483"/>
                  </a:moveTo>
                  <a:cubicBezTo>
                    <a:pt x="49411" y="15483"/>
                    <a:pt x="38823" y="19354"/>
                    <a:pt x="31764" y="27096"/>
                  </a:cubicBezTo>
                  <a:cubicBezTo>
                    <a:pt x="14117" y="46451"/>
                    <a:pt x="14117" y="73548"/>
                    <a:pt x="31764" y="92903"/>
                  </a:cubicBezTo>
                  <a:cubicBezTo>
                    <a:pt x="38823" y="100645"/>
                    <a:pt x="49411" y="104516"/>
                    <a:pt x="60000" y="104516"/>
                  </a:cubicBezTo>
                  <a:cubicBezTo>
                    <a:pt x="70588" y="104516"/>
                    <a:pt x="81176" y="100645"/>
                    <a:pt x="88235" y="92903"/>
                  </a:cubicBezTo>
                  <a:cubicBezTo>
                    <a:pt x="105882" y="73548"/>
                    <a:pt x="105882" y="46451"/>
                    <a:pt x="88235" y="27096"/>
                  </a:cubicBezTo>
                  <a:cubicBezTo>
                    <a:pt x="81176" y="19354"/>
                    <a:pt x="70588" y="15483"/>
                    <a:pt x="60000" y="1548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Shape 69"/>
            <p:cNvSpPr/>
            <p:nvPr/>
          </p:nvSpPr>
          <p:spPr>
            <a:xfrm>
              <a:off x="952500" y="4763"/>
              <a:ext cx="152400" cy="908050"/>
            </a:xfrm>
            <a:custGeom>
              <a:pathLst>
                <a:path extrusionOk="0" h="120000" w="120000">
                  <a:moveTo>
                    <a:pt x="18750" y="120000"/>
                  </a:moveTo>
                  <a:lnTo>
                    <a:pt x="0" y="120000"/>
                  </a:lnTo>
                  <a:lnTo>
                    <a:pt x="0" y="39650"/>
                  </a:lnTo>
                  <a:lnTo>
                    <a:pt x="101250" y="0"/>
                  </a:lnTo>
                  <a:lnTo>
                    <a:pt x="120000" y="1258"/>
                  </a:lnTo>
                  <a:lnTo>
                    <a:pt x="18750" y="40279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0" name="Shape 70"/>
            <p:cNvSpPr/>
            <p:nvPr/>
          </p:nvSpPr>
          <p:spPr>
            <a:xfrm>
              <a:off x="866775" y="90328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6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6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Shape 71"/>
            <p:cNvSpPr/>
            <p:nvPr/>
          </p:nvSpPr>
          <p:spPr>
            <a:xfrm>
              <a:off x="890588" y="155416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Shape 72"/>
            <p:cNvSpPr/>
            <p:nvPr/>
          </p:nvSpPr>
          <p:spPr>
            <a:xfrm>
              <a:off x="738188" y="5622925"/>
              <a:ext cx="338138" cy="1216025"/>
            </a:xfrm>
            <a:custGeom>
              <a:pathLst>
                <a:path extrusionOk="0" h="120000" w="120000">
                  <a:moveTo>
                    <a:pt x="119999" y="120000"/>
                  </a:moveTo>
                  <a:lnTo>
                    <a:pt x="109859" y="120000"/>
                  </a:lnTo>
                  <a:lnTo>
                    <a:pt x="109859" y="72689"/>
                  </a:lnTo>
                  <a:lnTo>
                    <a:pt x="0" y="939"/>
                  </a:lnTo>
                  <a:lnTo>
                    <a:pt x="6760" y="0"/>
                  </a:lnTo>
                  <a:lnTo>
                    <a:pt x="119999" y="72219"/>
                  </a:lnTo>
                  <a:lnTo>
                    <a:pt x="119999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3" name="Shape 73"/>
            <p:cNvSpPr/>
            <p:nvPr/>
          </p:nvSpPr>
          <p:spPr>
            <a:xfrm>
              <a:off x="647700" y="5480050"/>
              <a:ext cx="157163" cy="157163"/>
            </a:xfrm>
            <a:custGeom>
              <a:pathLst>
                <a:path extrusionOk="0" h="120000" w="120000">
                  <a:moveTo>
                    <a:pt x="61818" y="120000"/>
                  </a:moveTo>
                  <a:cubicBezTo>
                    <a:pt x="29090" y="120000"/>
                    <a:pt x="0" y="94545"/>
                    <a:pt x="0" y="61818"/>
                  </a:cubicBezTo>
                  <a:cubicBezTo>
                    <a:pt x="0" y="29090"/>
                    <a:pt x="29090" y="0"/>
                    <a:pt x="61818" y="0"/>
                  </a:cubicBezTo>
                  <a:cubicBezTo>
                    <a:pt x="94545" y="0"/>
                    <a:pt x="120000" y="29090"/>
                    <a:pt x="120000" y="61818"/>
                  </a:cubicBezTo>
                  <a:cubicBezTo>
                    <a:pt x="120000" y="94545"/>
                    <a:pt x="94545" y="120000"/>
                    <a:pt x="61818" y="120000"/>
                  </a:cubicBezTo>
                  <a:close/>
                  <a:moveTo>
                    <a:pt x="61818" y="14545"/>
                  </a:moveTo>
                  <a:cubicBezTo>
                    <a:pt x="36363" y="14545"/>
                    <a:pt x="14545" y="36363"/>
                    <a:pt x="14545" y="61818"/>
                  </a:cubicBezTo>
                  <a:cubicBezTo>
                    <a:pt x="14545" y="87272"/>
                    <a:pt x="36363" y="105454"/>
                    <a:pt x="61818" y="105454"/>
                  </a:cubicBezTo>
                  <a:cubicBezTo>
                    <a:pt x="83636" y="105454"/>
                    <a:pt x="105454" y="87272"/>
                    <a:pt x="105454" y="61818"/>
                  </a:cubicBezTo>
                  <a:cubicBezTo>
                    <a:pt x="105454" y="36363"/>
                    <a:pt x="83636" y="14545"/>
                    <a:pt x="61818" y="1454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Shape 74"/>
            <p:cNvSpPr/>
            <p:nvPr/>
          </p:nvSpPr>
          <p:spPr>
            <a:xfrm>
              <a:off x="66675" y="90328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6000" y="0"/>
                    <a:pt x="120000" y="27000"/>
                    <a:pt x="120000" y="60000"/>
                  </a:cubicBezTo>
                  <a:cubicBezTo>
                    <a:pt x="120000" y="93000"/>
                    <a:pt x="96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6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6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Shape 75"/>
            <p:cNvSpPr/>
            <p:nvPr/>
          </p:nvSpPr>
          <p:spPr>
            <a:xfrm>
              <a:off x="0" y="3897313"/>
              <a:ext cx="133350" cy="266700"/>
            </a:xfrm>
            <a:custGeom>
              <a:pathLst>
                <a:path extrusionOk="0" h="120000" w="120000">
                  <a:moveTo>
                    <a:pt x="98571" y="120000"/>
                  </a:moveTo>
                  <a:lnTo>
                    <a:pt x="0" y="4285"/>
                  </a:lnTo>
                  <a:lnTo>
                    <a:pt x="17142" y="0"/>
                  </a:lnTo>
                  <a:lnTo>
                    <a:pt x="120000" y="115714"/>
                  </a:lnTo>
                  <a:lnTo>
                    <a:pt x="98571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6" name="Shape 76"/>
            <p:cNvSpPr/>
            <p:nvPr/>
          </p:nvSpPr>
          <p:spPr>
            <a:xfrm>
              <a:off x="66675" y="4149725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Shape 77"/>
            <p:cNvSpPr/>
            <p:nvPr/>
          </p:nvSpPr>
          <p:spPr>
            <a:xfrm>
              <a:off x="0" y="1644650"/>
              <a:ext cx="133350" cy="269875"/>
            </a:xfrm>
            <a:custGeom>
              <a:pathLst>
                <a:path extrusionOk="0" h="120000" w="120000">
                  <a:moveTo>
                    <a:pt x="17142" y="120000"/>
                  </a:moveTo>
                  <a:lnTo>
                    <a:pt x="0" y="115764"/>
                  </a:lnTo>
                  <a:lnTo>
                    <a:pt x="98571" y="0"/>
                  </a:lnTo>
                  <a:lnTo>
                    <a:pt x="120000" y="4235"/>
                  </a:lnTo>
                  <a:lnTo>
                    <a:pt x="17142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8" name="Shape 78"/>
            <p:cNvSpPr/>
            <p:nvPr/>
          </p:nvSpPr>
          <p:spPr>
            <a:xfrm>
              <a:off x="66675" y="146843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Shape 79"/>
            <p:cNvSpPr/>
            <p:nvPr/>
          </p:nvSpPr>
          <p:spPr>
            <a:xfrm>
              <a:off x="695325" y="4763"/>
              <a:ext cx="309563" cy="1558925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08923" y="120000"/>
                  </a:lnTo>
                  <a:lnTo>
                    <a:pt x="108923" y="98370"/>
                  </a:lnTo>
                  <a:lnTo>
                    <a:pt x="0" y="76863"/>
                  </a:lnTo>
                  <a:lnTo>
                    <a:pt x="0" y="0"/>
                  </a:lnTo>
                  <a:lnTo>
                    <a:pt x="11076" y="0"/>
                  </a:lnTo>
                  <a:lnTo>
                    <a:pt x="11076" y="76130"/>
                  </a:lnTo>
                  <a:lnTo>
                    <a:pt x="120000" y="9727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Shape 80"/>
            <p:cNvSpPr/>
            <p:nvPr/>
          </p:nvSpPr>
          <p:spPr>
            <a:xfrm>
              <a:off x="57150" y="4881563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Shape 81"/>
            <p:cNvSpPr/>
            <p:nvPr/>
          </p:nvSpPr>
          <p:spPr>
            <a:xfrm>
              <a:off x="138113" y="5060950"/>
              <a:ext cx="304800" cy="1778000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10625" y="120000"/>
                  </a:lnTo>
                  <a:lnTo>
                    <a:pt x="110625" y="38571"/>
                  </a:lnTo>
                  <a:lnTo>
                    <a:pt x="0" y="19607"/>
                  </a:lnTo>
                  <a:lnTo>
                    <a:pt x="0" y="0"/>
                  </a:lnTo>
                  <a:lnTo>
                    <a:pt x="9375" y="0"/>
                  </a:lnTo>
                  <a:lnTo>
                    <a:pt x="9375" y="18964"/>
                  </a:lnTo>
                  <a:lnTo>
                    <a:pt x="120000" y="37928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Shape 82"/>
            <p:cNvSpPr/>
            <p:nvPr/>
          </p:nvSpPr>
          <p:spPr>
            <a:xfrm>
              <a:off x="561975" y="6430963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Shape 83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Shape 84"/>
            <p:cNvSpPr/>
            <p:nvPr/>
          </p:nvSpPr>
          <p:spPr>
            <a:xfrm>
              <a:off x="76200" y="6430963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6000" y="0"/>
                    <a:pt x="120000" y="27000"/>
                    <a:pt x="120000" y="60000"/>
                  </a:cubicBezTo>
                  <a:cubicBezTo>
                    <a:pt x="120000" y="93000"/>
                    <a:pt x="96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Shape 85"/>
            <p:cNvSpPr/>
            <p:nvPr/>
          </p:nvSpPr>
          <p:spPr>
            <a:xfrm>
              <a:off x="0" y="5978525"/>
              <a:ext cx="190500" cy="461963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05000" y="120000"/>
                  </a:lnTo>
                  <a:lnTo>
                    <a:pt x="105000" y="47010"/>
                  </a:lnTo>
                  <a:lnTo>
                    <a:pt x="0" y="3711"/>
                  </a:lnTo>
                  <a:lnTo>
                    <a:pt x="12000" y="0"/>
                  </a:lnTo>
                  <a:lnTo>
                    <a:pt x="120000" y="44536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Shape 86"/>
            <p:cNvSpPr/>
            <p:nvPr/>
          </p:nvSpPr>
          <p:spPr>
            <a:xfrm>
              <a:off x="1014413" y="1801813"/>
              <a:ext cx="214313" cy="755650"/>
            </a:xfrm>
            <a:custGeom>
              <a:pathLst>
                <a:path extrusionOk="0" h="120000" w="120000">
                  <a:moveTo>
                    <a:pt x="10666" y="120000"/>
                  </a:moveTo>
                  <a:lnTo>
                    <a:pt x="0" y="120000"/>
                  </a:lnTo>
                  <a:lnTo>
                    <a:pt x="0" y="32268"/>
                  </a:lnTo>
                  <a:lnTo>
                    <a:pt x="112000" y="0"/>
                  </a:lnTo>
                  <a:lnTo>
                    <a:pt x="120000" y="2268"/>
                  </a:lnTo>
                  <a:lnTo>
                    <a:pt x="10666" y="33025"/>
                  </a:lnTo>
                  <a:lnTo>
                    <a:pt x="10666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Shape 87"/>
            <p:cNvSpPr/>
            <p:nvPr/>
          </p:nvSpPr>
          <p:spPr>
            <a:xfrm>
              <a:off x="938213" y="2547938"/>
              <a:ext cx="166688" cy="160338"/>
            </a:xfrm>
            <a:custGeom>
              <a:pathLst>
                <a:path extrusionOk="0" h="120000" w="120000">
                  <a:moveTo>
                    <a:pt x="61714" y="120000"/>
                  </a:moveTo>
                  <a:cubicBezTo>
                    <a:pt x="27428" y="120000"/>
                    <a:pt x="0" y="91764"/>
                    <a:pt x="0" y="60000"/>
                  </a:cubicBezTo>
                  <a:cubicBezTo>
                    <a:pt x="0" y="24705"/>
                    <a:pt x="27428" y="0"/>
                    <a:pt x="61714" y="0"/>
                  </a:cubicBezTo>
                  <a:cubicBezTo>
                    <a:pt x="92571" y="0"/>
                    <a:pt x="120000" y="24705"/>
                    <a:pt x="120000" y="60000"/>
                  </a:cubicBezTo>
                  <a:cubicBezTo>
                    <a:pt x="120000" y="91764"/>
                    <a:pt x="92571" y="120000"/>
                    <a:pt x="61714" y="120000"/>
                  </a:cubicBezTo>
                  <a:close/>
                  <a:moveTo>
                    <a:pt x="61714" y="14117"/>
                  </a:moveTo>
                  <a:cubicBezTo>
                    <a:pt x="34285" y="14117"/>
                    <a:pt x="13714" y="35294"/>
                    <a:pt x="13714" y="60000"/>
                  </a:cubicBezTo>
                  <a:cubicBezTo>
                    <a:pt x="13714" y="84705"/>
                    <a:pt x="34285" y="105882"/>
                    <a:pt x="61714" y="105882"/>
                  </a:cubicBezTo>
                  <a:cubicBezTo>
                    <a:pt x="85714" y="105882"/>
                    <a:pt x="106285" y="84705"/>
                    <a:pt x="106285" y="60000"/>
                  </a:cubicBezTo>
                  <a:cubicBezTo>
                    <a:pt x="106285" y="35294"/>
                    <a:pt x="85714" y="14117"/>
                    <a:pt x="61714" y="14117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Shape 88"/>
            <p:cNvSpPr/>
            <p:nvPr/>
          </p:nvSpPr>
          <p:spPr>
            <a:xfrm>
              <a:off x="595313" y="4763"/>
              <a:ext cx="638175" cy="4025900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15522" y="120000"/>
                  </a:lnTo>
                  <a:lnTo>
                    <a:pt x="115522" y="109353"/>
                  </a:lnTo>
                  <a:lnTo>
                    <a:pt x="0" y="91088"/>
                  </a:lnTo>
                  <a:lnTo>
                    <a:pt x="0" y="0"/>
                  </a:lnTo>
                  <a:lnTo>
                    <a:pt x="4477" y="0"/>
                  </a:lnTo>
                  <a:lnTo>
                    <a:pt x="4477" y="90662"/>
                  </a:lnTo>
                  <a:lnTo>
                    <a:pt x="120000" y="108927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9" name="Shape 89"/>
            <p:cNvSpPr/>
            <p:nvPr/>
          </p:nvSpPr>
          <p:spPr>
            <a:xfrm>
              <a:off x="1223963" y="1382713"/>
              <a:ext cx="142875" cy="476250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04000" y="120000"/>
                  </a:lnTo>
                  <a:lnTo>
                    <a:pt x="104000" y="33600"/>
                  </a:lnTo>
                  <a:lnTo>
                    <a:pt x="0" y="3600"/>
                  </a:lnTo>
                  <a:lnTo>
                    <a:pt x="12000" y="0"/>
                  </a:lnTo>
                  <a:lnTo>
                    <a:pt x="120000" y="324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Shape 90"/>
            <p:cNvSpPr/>
            <p:nvPr/>
          </p:nvSpPr>
          <p:spPr>
            <a:xfrm>
              <a:off x="1300163" y="1849438"/>
              <a:ext cx="109538" cy="107950"/>
            </a:xfrm>
            <a:custGeom>
              <a:pathLst>
                <a:path extrusionOk="0" h="120000" w="120000">
                  <a:moveTo>
                    <a:pt x="62608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62608" y="0"/>
                  </a:cubicBezTo>
                  <a:cubicBezTo>
                    <a:pt x="93913" y="0"/>
                    <a:pt x="120000" y="26086"/>
                    <a:pt x="120000" y="62608"/>
                  </a:cubicBezTo>
                  <a:cubicBezTo>
                    <a:pt x="120000" y="93913"/>
                    <a:pt x="93913" y="120000"/>
                    <a:pt x="62608" y="120000"/>
                  </a:cubicBezTo>
                  <a:close/>
                  <a:moveTo>
                    <a:pt x="62608" y="20869"/>
                  </a:moveTo>
                  <a:cubicBezTo>
                    <a:pt x="41739" y="20869"/>
                    <a:pt x="20869" y="41739"/>
                    <a:pt x="20869" y="62608"/>
                  </a:cubicBezTo>
                  <a:cubicBezTo>
                    <a:pt x="20869" y="83478"/>
                    <a:pt x="41739" y="99130"/>
                    <a:pt x="62608" y="99130"/>
                  </a:cubicBezTo>
                  <a:cubicBezTo>
                    <a:pt x="83478" y="99130"/>
                    <a:pt x="99130" y="83478"/>
                    <a:pt x="99130" y="62608"/>
                  </a:cubicBezTo>
                  <a:cubicBezTo>
                    <a:pt x="99130" y="41739"/>
                    <a:pt x="83478" y="20869"/>
                    <a:pt x="62608" y="208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Shape 91"/>
            <p:cNvSpPr/>
            <p:nvPr/>
          </p:nvSpPr>
          <p:spPr>
            <a:xfrm>
              <a:off x="280988" y="3417888"/>
              <a:ext cx="142875" cy="474663"/>
            </a:xfrm>
            <a:custGeom>
              <a:pathLst>
                <a:path extrusionOk="0" h="120000" w="120000">
                  <a:moveTo>
                    <a:pt x="16000" y="120000"/>
                  </a:moveTo>
                  <a:lnTo>
                    <a:pt x="0" y="120000"/>
                  </a:lnTo>
                  <a:lnTo>
                    <a:pt x="0" y="32107"/>
                  </a:lnTo>
                  <a:lnTo>
                    <a:pt x="108000" y="0"/>
                  </a:lnTo>
                  <a:lnTo>
                    <a:pt x="120000" y="3210"/>
                  </a:lnTo>
                  <a:lnTo>
                    <a:pt x="16000" y="33311"/>
                  </a:lnTo>
                  <a:lnTo>
                    <a:pt x="16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2" name="Shape 92"/>
            <p:cNvSpPr/>
            <p:nvPr/>
          </p:nvSpPr>
          <p:spPr>
            <a:xfrm>
              <a:off x="238125" y="3883025"/>
              <a:ext cx="109538" cy="109538"/>
            </a:xfrm>
            <a:custGeom>
              <a:pathLst>
                <a:path extrusionOk="0" h="120000" w="120000">
                  <a:moveTo>
                    <a:pt x="57391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57391" y="0"/>
                  </a:cubicBezTo>
                  <a:cubicBezTo>
                    <a:pt x="88695" y="0"/>
                    <a:pt x="120000" y="26086"/>
                    <a:pt x="120000" y="62608"/>
                  </a:cubicBezTo>
                  <a:cubicBezTo>
                    <a:pt x="120000" y="93913"/>
                    <a:pt x="88695" y="120000"/>
                    <a:pt x="57391" y="120000"/>
                  </a:cubicBezTo>
                  <a:close/>
                  <a:moveTo>
                    <a:pt x="57391" y="20869"/>
                  </a:moveTo>
                  <a:cubicBezTo>
                    <a:pt x="36521" y="20869"/>
                    <a:pt x="20869" y="41739"/>
                    <a:pt x="20869" y="62608"/>
                  </a:cubicBezTo>
                  <a:cubicBezTo>
                    <a:pt x="20869" y="83478"/>
                    <a:pt x="36521" y="99130"/>
                    <a:pt x="57391" y="99130"/>
                  </a:cubicBezTo>
                  <a:cubicBezTo>
                    <a:pt x="78260" y="99130"/>
                    <a:pt x="99130" y="83478"/>
                    <a:pt x="99130" y="62608"/>
                  </a:cubicBezTo>
                  <a:cubicBezTo>
                    <a:pt x="99130" y="41739"/>
                    <a:pt x="78260" y="20869"/>
                    <a:pt x="57391" y="208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Shape 93"/>
            <p:cNvSpPr/>
            <p:nvPr/>
          </p:nvSpPr>
          <p:spPr>
            <a:xfrm>
              <a:off x="4763" y="2166938"/>
              <a:ext cx="114300" cy="452438"/>
            </a:xfrm>
            <a:custGeom>
              <a:pathLst>
                <a:path extrusionOk="0" h="120000" w="120000">
                  <a:moveTo>
                    <a:pt x="10000" y="119999"/>
                  </a:moveTo>
                  <a:lnTo>
                    <a:pt x="0" y="116210"/>
                  </a:lnTo>
                  <a:lnTo>
                    <a:pt x="100000" y="90947"/>
                  </a:lnTo>
                  <a:lnTo>
                    <a:pt x="100000" y="0"/>
                  </a:lnTo>
                  <a:lnTo>
                    <a:pt x="120000" y="0"/>
                  </a:lnTo>
                  <a:lnTo>
                    <a:pt x="120000" y="93473"/>
                  </a:lnTo>
                  <a:lnTo>
                    <a:pt x="10000" y="1199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Shape 94"/>
            <p:cNvSpPr/>
            <p:nvPr/>
          </p:nvSpPr>
          <p:spPr>
            <a:xfrm>
              <a:off x="52388" y="2066925"/>
              <a:ext cx="109538" cy="109538"/>
            </a:xfrm>
            <a:custGeom>
              <a:pathLst>
                <a:path extrusionOk="0" h="120000" w="120000">
                  <a:moveTo>
                    <a:pt x="62608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62608" y="0"/>
                  </a:cubicBezTo>
                  <a:cubicBezTo>
                    <a:pt x="93913" y="0"/>
                    <a:pt x="120000" y="26086"/>
                    <a:pt x="120000" y="62608"/>
                  </a:cubicBezTo>
                  <a:cubicBezTo>
                    <a:pt x="120000" y="93913"/>
                    <a:pt x="93913" y="120000"/>
                    <a:pt x="62608" y="120000"/>
                  </a:cubicBezTo>
                  <a:close/>
                  <a:moveTo>
                    <a:pt x="62608" y="20869"/>
                  </a:moveTo>
                  <a:cubicBezTo>
                    <a:pt x="41739" y="20869"/>
                    <a:pt x="20869" y="41739"/>
                    <a:pt x="20869" y="62608"/>
                  </a:cubicBezTo>
                  <a:cubicBezTo>
                    <a:pt x="20869" y="83478"/>
                    <a:pt x="41739" y="99130"/>
                    <a:pt x="62608" y="99130"/>
                  </a:cubicBezTo>
                  <a:cubicBezTo>
                    <a:pt x="83478" y="99130"/>
                    <a:pt x="99130" y="83478"/>
                    <a:pt x="99130" y="62608"/>
                  </a:cubicBezTo>
                  <a:cubicBezTo>
                    <a:pt x="99130" y="41739"/>
                    <a:pt x="83478" y="20869"/>
                    <a:pt x="62608" y="208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Shape 95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Shape 96"/>
            <p:cNvSpPr/>
            <p:nvPr/>
          </p:nvSpPr>
          <p:spPr>
            <a:xfrm>
              <a:off x="1319213" y="5041900"/>
              <a:ext cx="371475" cy="1801813"/>
            </a:xfrm>
            <a:custGeom>
              <a:pathLst>
                <a:path extrusionOk="0" h="120000" w="120000">
                  <a:moveTo>
                    <a:pt x="7692" y="120000"/>
                  </a:moveTo>
                  <a:lnTo>
                    <a:pt x="0" y="120000"/>
                  </a:lnTo>
                  <a:lnTo>
                    <a:pt x="0" y="54449"/>
                  </a:lnTo>
                  <a:lnTo>
                    <a:pt x="0" y="54132"/>
                  </a:lnTo>
                  <a:lnTo>
                    <a:pt x="112307" y="0"/>
                  </a:lnTo>
                  <a:lnTo>
                    <a:pt x="120000" y="634"/>
                  </a:lnTo>
                  <a:lnTo>
                    <a:pt x="7692" y="54766"/>
                  </a:lnTo>
                  <a:lnTo>
                    <a:pt x="7692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7" name="Shape 97"/>
            <p:cNvSpPr/>
            <p:nvPr/>
          </p:nvSpPr>
          <p:spPr>
            <a:xfrm>
              <a:off x="1147763" y="448151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Shape 98"/>
            <p:cNvSpPr/>
            <p:nvPr/>
          </p:nvSpPr>
          <p:spPr>
            <a:xfrm>
              <a:off x="819150" y="3983038"/>
              <a:ext cx="347663" cy="2860675"/>
            </a:xfrm>
            <a:custGeom>
              <a:pathLst>
                <a:path extrusionOk="0" h="120000" w="120000">
                  <a:moveTo>
                    <a:pt x="120000" y="120000"/>
                  </a:moveTo>
                  <a:lnTo>
                    <a:pt x="110136" y="120000"/>
                  </a:lnTo>
                  <a:lnTo>
                    <a:pt x="110136" y="78912"/>
                  </a:lnTo>
                  <a:lnTo>
                    <a:pt x="0" y="199"/>
                  </a:lnTo>
                  <a:lnTo>
                    <a:pt x="8219" y="0"/>
                  </a:lnTo>
                  <a:lnTo>
                    <a:pt x="120000" y="78912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9" name="Shape 99"/>
            <p:cNvSpPr/>
            <p:nvPr/>
          </p:nvSpPr>
          <p:spPr>
            <a:xfrm>
              <a:off x="728663" y="3806825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Shape 100"/>
            <p:cNvSpPr/>
            <p:nvPr/>
          </p:nvSpPr>
          <p:spPr>
            <a:xfrm>
              <a:off x="1624013" y="4867275"/>
              <a:ext cx="190500" cy="188913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Shape 101"/>
            <p:cNvSpPr/>
            <p:nvPr/>
          </p:nvSpPr>
          <p:spPr>
            <a:xfrm>
              <a:off x="1404938" y="5422900"/>
              <a:ext cx="371475" cy="1425575"/>
            </a:xfrm>
            <a:custGeom>
              <a:pathLst>
                <a:path extrusionOk="0" h="120000" w="120000">
                  <a:moveTo>
                    <a:pt x="9230" y="120000"/>
                  </a:moveTo>
                  <a:lnTo>
                    <a:pt x="0" y="120000"/>
                  </a:lnTo>
                  <a:lnTo>
                    <a:pt x="0" y="68819"/>
                  </a:lnTo>
                  <a:lnTo>
                    <a:pt x="0" y="68418"/>
                  </a:lnTo>
                  <a:lnTo>
                    <a:pt x="113846" y="0"/>
                  </a:lnTo>
                  <a:lnTo>
                    <a:pt x="120000" y="801"/>
                  </a:lnTo>
                  <a:lnTo>
                    <a:pt x="9230" y="69220"/>
                  </a:lnTo>
                  <a:lnTo>
                    <a:pt x="923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2" name="Shape 102"/>
            <p:cNvSpPr/>
            <p:nvPr/>
          </p:nvSpPr>
          <p:spPr>
            <a:xfrm>
              <a:off x="1666875" y="5945188"/>
              <a:ext cx="152400" cy="912813"/>
            </a:xfrm>
            <a:custGeom>
              <a:pathLst>
                <a:path extrusionOk="0" h="120000" w="120000">
                  <a:moveTo>
                    <a:pt x="18750" y="120000"/>
                  </a:moveTo>
                  <a:lnTo>
                    <a:pt x="0" y="118747"/>
                  </a:lnTo>
                  <a:lnTo>
                    <a:pt x="101250" y="79930"/>
                  </a:lnTo>
                  <a:lnTo>
                    <a:pt x="101250" y="0"/>
                  </a:lnTo>
                  <a:lnTo>
                    <a:pt x="120000" y="0"/>
                  </a:lnTo>
                  <a:lnTo>
                    <a:pt x="120000" y="80556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Shape 103"/>
            <p:cNvSpPr/>
            <p:nvPr/>
          </p:nvSpPr>
          <p:spPr>
            <a:xfrm>
              <a:off x="1709738" y="5246688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Shape 104"/>
            <p:cNvSpPr/>
            <p:nvPr/>
          </p:nvSpPr>
          <p:spPr>
            <a:xfrm>
              <a:off x="1709738" y="5764213"/>
              <a:ext cx="190500" cy="190500"/>
            </a:xfrm>
            <a:custGeom>
              <a:pathLst>
                <a:path extrusionOk="0" h="120000" w="12000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Shape 105"/>
            <p:cNvSpPr/>
            <p:nvPr/>
          </p:nvSpPr>
          <p:spPr>
            <a:xfrm>
              <a:off x="1766888" y="6330950"/>
              <a:ext cx="419100" cy="527050"/>
            </a:xfrm>
            <a:custGeom>
              <a:pathLst>
                <a:path extrusionOk="0" h="120000" w="120000">
                  <a:moveTo>
                    <a:pt x="5454" y="119999"/>
                  </a:moveTo>
                  <a:lnTo>
                    <a:pt x="0" y="117831"/>
                  </a:lnTo>
                  <a:lnTo>
                    <a:pt x="20454" y="74457"/>
                  </a:lnTo>
                  <a:lnTo>
                    <a:pt x="115909" y="0"/>
                  </a:lnTo>
                  <a:lnTo>
                    <a:pt x="120000" y="4337"/>
                  </a:lnTo>
                  <a:lnTo>
                    <a:pt x="27272" y="77710"/>
                  </a:lnTo>
                  <a:lnTo>
                    <a:pt x="5454" y="1199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Shape 106"/>
            <p:cNvSpPr/>
            <p:nvPr/>
          </p:nvSpPr>
          <p:spPr>
            <a:xfrm>
              <a:off x="2147888" y="6221413"/>
              <a:ext cx="157163" cy="147638"/>
            </a:xfrm>
            <a:custGeom>
              <a:pathLst>
                <a:path extrusionOk="0" h="120000" w="120000">
                  <a:moveTo>
                    <a:pt x="58181" y="120000"/>
                  </a:moveTo>
                  <a:cubicBezTo>
                    <a:pt x="43636" y="120000"/>
                    <a:pt x="29090" y="112258"/>
                    <a:pt x="18181" y="100645"/>
                  </a:cubicBezTo>
                  <a:cubicBezTo>
                    <a:pt x="7272" y="92903"/>
                    <a:pt x="0" y="77419"/>
                    <a:pt x="0" y="58064"/>
                  </a:cubicBezTo>
                  <a:cubicBezTo>
                    <a:pt x="0" y="42580"/>
                    <a:pt x="7272" y="27096"/>
                    <a:pt x="18181" y="15483"/>
                  </a:cubicBezTo>
                  <a:cubicBezTo>
                    <a:pt x="29090" y="3870"/>
                    <a:pt x="43636" y="0"/>
                    <a:pt x="58181" y="0"/>
                  </a:cubicBezTo>
                  <a:cubicBezTo>
                    <a:pt x="72727" y="0"/>
                    <a:pt x="87272" y="3870"/>
                    <a:pt x="98181" y="15483"/>
                  </a:cubicBezTo>
                  <a:cubicBezTo>
                    <a:pt x="120000" y="38709"/>
                    <a:pt x="120000" y="77419"/>
                    <a:pt x="98181" y="100645"/>
                  </a:cubicBezTo>
                  <a:cubicBezTo>
                    <a:pt x="87272" y="112258"/>
                    <a:pt x="72727" y="120000"/>
                    <a:pt x="58181" y="120000"/>
                  </a:cubicBezTo>
                  <a:close/>
                  <a:moveTo>
                    <a:pt x="58181" y="15483"/>
                  </a:moveTo>
                  <a:cubicBezTo>
                    <a:pt x="47272" y="15483"/>
                    <a:pt x="36363" y="19354"/>
                    <a:pt x="29090" y="27096"/>
                  </a:cubicBezTo>
                  <a:cubicBezTo>
                    <a:pt x="21818" y="34838"/>
                    <a:pt x="14545" y="46451"/>
                    <a:pt x="14545" y="58064"/>
                  </a:cubicBezTo>
                  <a:cubicBezTo>
                    <a:pt x="14545" y="73548"/>
                    <a:pt x="21818" y="81290"/>
                    <a:pt x="29090" y="92903"/>
                  </a:cubicBezTo>
                  <a:cubicBezTo>
                    <a:pt x="36363" y="100645"/>
                    <a:pt x="47272" y="104516"/>
                    <a:pt x="58181" y="104516"/>
                  </a:cubicBezTo>
                  <a:cubicBezTo>
                    <a:pt x="69090" y="104516"/>
                    <a:pt x="80000" y="100645"/>
                    <a:pt x="87272" y="92903"/>
                  </a:cubicBezTo>
                  <a:cubicBezTo>
                    <a:pt x="105454" y="73548"/>
                    <a:pt x="105454" y="46451"/>
                    <a:pt x="87272" y="27096"/>
                  </a:cubicBezTo>
                  <a:cubicBezTo>
                    <a:pt x="80000" y="19354"/>
                    <a:pt x="69090" y="15483"/>
                    <a:pt x="58181" y="1548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Shape 107"/>
            <p:cNvSpPr/>
            <p:nvPr/>
          </p:nvSpPr>
          <p:spPr>
            <a:xfrm>
              <a:off x="504825" y="9525"/>
              <a:ext cx="233363" cy="5103813"/>
            </a:xfrm>
            <a:custGeom>
              <a:pathLst>
                <a:path extrusionOk="0" h="120000" w="120000">
                  <a:moveTo>
                    <a:pt x="107755" y="120000"/>
                  </a:moveTo>
                  <a:lnTo>
                    <a:pt x="105306" y="102793"/>
                  </a:lnTo>
                  <a:lnTo>
                    <a:pt x="0" y="70954"/>
                  </a:lnTo>
                  <a:lnTo>
                    <a:pt x="0" y="0"/>
                  </a:lnTo>
                  <a:lnTo>
                    <a:pt x="12244" y="0"/>
                  </a:lnTo>
                  <a:lnTo>
                    <a:pt x="12244" y="70842"/>
                  </a:lnTo>
                  <a:lnTo>
                    <a:pt x="117551" y="102793"/>
                  </a:lnTo>
                  <a:lnTo>
                    <a:pt x="120000" y="120000"/>
                  </a:lnTo>
                  <a:lnTo>
                    <a:pt x="107755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Shape 108"/>
            <p:cNvSpPr/>
            <p:nvPr/>
          </p:nvSpPr>
          <p:spPr>
            <a:xfrm>
              <a:off x="633413" y="5103813"/>
              <a:ext cx="185738" cy="185738"/>
            </a:xfrm>
            <a:custGeom>
              <a:pathLst>
                <a:path extrusionOk="0" h="120000" w="120000">
                  <a:moveTo>
                    <a:pt x="61538" y="120000"/>
                  </a:moveTo>
                  <a:cubicBezTo>
                    <a:pt x="27692" y="120000"/>
                    <a:pt x="0" y="92307"/>
                    <a:pt x="0" y="58461"/>
                  </a:cubicBezTo>
                  <a:cubicBezTo>
                    <a:pt x="0" y="27692"/>
                    <a:pt x="27692" y="0"/>
                    <a:pt x="61538" y="0"/>
                  </a:cubicBezTo>
                  <a:cubicBezTo>
                    <a:pt x="92307" y="0"/>
                    <a:pt x="120000" y="27692"/>
                    <a:pt x="120000" y="58461"/>
                  </a:cubicBezTo>
                  <a:cubicBezTo>
                    <a:pt x="120000" y="92307"/>
                    <a:pt x="92307" y="120000"/>
                    <a:pt x="61538" y="120000"/>
                  </a:cubicBezTo>
                  <a:close/>
                  <a:moveTo>
                    <a:pt x="61538" y="12307"/>
                  </a:moveTo>
                  <a:cubicBezTo>
                    <a:pt x="33846" y="12307"/>
                    <a:pt x="12307" y="33846"/>
                    <a:pt x="12307" y="58461"/>
                  </a:cubicBezTo>
                  <a:cubicBezTo>
                    <a:pt x="12307" y="86153"/>
                    <a:pt x="33846" y="107692"/>
                    <a:pt x="61538" y="107692"/>
                  </a:cubicBezTo>
                  <a:cubicBezTo>
                    <a:pt x="86153" y="107692"/>
                    <a:pt x="107692" y="86153"/>
                    <a:pt x="107692" y="58461"/>
                  </a:cubicBezTo>
                  <a:cubicBezTo>
                    <a:pt x="107692" y="33846"/>
                    <a:pt x="86153" y="12307"/>
                    <a:pt x="61538" y="12307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Shape 109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estrial"/>
              <a:buNone/>
              <a:defRPr b="0" i="0" sz="4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10" name="Shape 110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1" name="Shape 111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2" name="Shape 112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3" name="Shape 113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7" name="Shape 1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8" name="Shape 1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9" name="Shape 11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22" name="Shape 122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3" name="Shape 12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4" name="Shape 12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5" name="Shape 12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9" name="Shape 129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0" name="Shape 13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1" name="Shape 13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2" name="Shape 13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35" name="Shape 135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6" name="Shape 136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7" name="Shape 137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8" name="Shape 138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9" name="Shape 13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0" name="Shape 14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1" name="Shape 14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44" name="Shape 14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5" name="Shape 14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6" name="Shape 14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9" name="Shape 14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0" name="Shape 15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4" name="Shape 154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5" name="Shape 15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6" name="Shape 15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7" name="Shape 15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60" name="Shape 160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2" name="Shape 16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3" name="Shape 16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4" name="Shape 16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anoramic Picture with Caption">
  <p:cSld name="Panoramic Picture with Ca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67" name="Shape 167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6985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85725" lvl="2" marL="1143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101600" lvl="3" marL="1600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101600" lvl="4" marL="2057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117475" lvl="5" marL="2514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117475" lvl="6" marL="2971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117475" lvl="7" marL="3429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117475" lvl="8" marL="3886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8" name="Shape 168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9" name="Shape 16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0" name="Shape 17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1" name="Shape 17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aption">
  <p:cSld name="Title and Ca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5" name="Shape 17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6" name="Shape 17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7" name="Shape 17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 with Caption">
  <p:cSld name="Quote with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1" name="Shape 181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2" name="Shape 18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3" name="Shape 18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4" name="Shape 18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Shape 185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Quest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“</a:t>
            </a:r>
            <a:endParaRPr/>
          </a:p>
        </p:txBody>
      </p:sp>
      <p:sp>
        <p:nvSpPr>
          <p:cNvPr id="186" name="Shape 186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Quest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Name Card">
  <p:cSld name="Name Card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89" name="Shape 189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0" name="Shape 19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1" name="Shape 19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2" name="Shape 19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Column">
  <p:cSld name="3 Colum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6" name="Shape 196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7" name="Shape 197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8" name="Shape 198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9" name="Shape 199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0" name="Shape 200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1" name="Shape 20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2" name="Shape 20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3" name="Shape 20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Picture Column">
  <p:cSld name="3 Picture Colum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206" name="Shape 206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7" name="Shape 207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6985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85725" lvl="2" marL="1143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101600" lvl="3" marL="1600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101600" lvl="4" marL="2057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117475" lvl="5" marL="2514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117475" lvl="6" marL="2971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117475" lvl="7" marL="3429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117475" lvl="8" marL="3886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8" name="Shape 208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09" name="Shape 209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0" name="Shape 210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6985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85725" lvl="2" marL="1143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101600" lvl="3" marL="1600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101600" lvl="4" marL="2057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117475" lvl="5" marL="2514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117475" lvl="6" marL="2971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117475" lvl="7" marL="3429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117475" lvl="8" marL="3886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1" name="Shape 211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2" name="Shape 212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3" name="Shape 213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6985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85725" lvl="2" marL="1143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101600" lvl="3" marL="1600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101600" lvl="4" marL="2057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117475" lvl="5" marL="2514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117475" lvl="6" marL="2971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117475" lvl="7" marL="3429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117475" lvl="8" marL="3886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4" name="Shape 214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5" name="Shape 2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6" name="Shape 21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17" name="Shape 2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220" name="Shape 220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1" name="Shape 22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2" name="Shape 22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3" name="Shape 22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226" name="Shape 226"/>
          <p:cNvSpPr txBox="1"/>
          <p:nvPr>
            <p:ph idx="1" type="body"/>
          </p:nvPr>
        </p:nvSpPr>
        <p:spPr>
          <a:xfrm rot="5400000">
            <a:off x="2424904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7" name="Shape 22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8" name="Shape 22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29" name="Shape 22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Shape 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Sha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Sha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Shape 9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Shape 10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Shape 1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Shape 12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pathLst>
                  <a:path extrusionOk="0" h="120000" w="12000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3" name="Shape 13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Shape 14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pathLst>
                  <a:path extrusionOk="0" h="120000" w="12000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" name="Shape 15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pathLst>
                  <a:path extrusionOk="0" h="120000" w="12000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6" name="Shape 16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Shape 17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Shape 18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pathLst>
                  <a:path extrusionOk="0" h="120000" w="12000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Shape 19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" name="Shape 20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1" name="Shape 2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pathLst>
                  <a:path extrusionOk="0" h="120000" w="12000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2" name="Shape 22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pathLst>
                  <a:path extrusionOk="0" h="120000" w="12000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Shape 23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pathLst>
                  <a:path extrusionOk="0" h="120000" w="12000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" name="Shape 24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Shape 25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Shape 26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pathLst>
                  <a:path extrusionOk="0" h="120000" w="12000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Shape 27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Shape 28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pathLst>
                  <a:path extrusionOk="0" h="120000" w="12000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9" name="Shape 29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Shape 30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pathLst>
                  <a:path extrusionOk="0" h="120000" w="12000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Shape 3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pathLst>
                  <a:path extrusionOk="0" h="120000" w="12000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" name="Shape 32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Shape 33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Shape 34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pathLst>
                  <a:path extrusionOk="0" h="120000" w="12000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Shape 35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pathLst>
                  <a:path extrusionOk="0" h="120000" w="12000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Shape 36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Shape 37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pathLst>
                  <a:path extrusionOk="0" h="120000" w="12000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8" name="Shape 38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pathLst>
                  <a:path extrusionOk="0" h="120000" w="12000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Shape 39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Shape 40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pathLst>
                  <a:path extrusionOk="0" h="120000" w="12000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1" name="Shape 4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pathLst>
                  <a:path extrusionOk="0" h="120000" w="12000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Shape 42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pathLst>
                  <a:path extrusionOk="0" h="120000" w="12000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3" name="Shape 43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Shape 44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pathLst>
                  <a:path extrusionOk="0" h="120000" w="12000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Shape 45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pathLst>
                  <a:path extrusionOk="0" h="120000" w="12000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Shape 46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" name="Shape 4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  <a:defRPr b="0" i="0" sz="3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estrial"/>
              <a:buNone/>
              <a:defRPr b="0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Questrial"/>
              <a:buNone/>
              <a:defRPr b="0" i="0" sz="105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/>
          <p:nvPr>
            <p:ph type="ctrTitle"/>
          </p:nvPr>
        </p:nvSpPr>
        <p:spPr>
          <a:xfrm>
            <a:off x="2374264" y="894080"/>
            <a:ext cx="9319896" cy="11915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estrial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NYU 6463 PROCESSOR</a:t>
            </a:r>
            <a:endParaRPr/>
          </a:p>
        </p:txBody>
      </p:sp>
      <p:sp>
        <p:nvSpPr>
          <p:cNvPr id="235" name="Shape 235"/>
          <p:cNvSpPr txBox="1"/>
          <p:nvPr>
            <p:ph idx="1" type="subTitle"/>
          </p:nvPr>
        </p:nvSpPr>
        <p:spPr>
          <a:xfrm>
            <a:off x="2469514" y="2621438"/>
            <a:ext cx="8791575" cy="3884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BY: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DAN WU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KUSH AGARWAL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MADHUMITA SAWANT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MONICA REDDY TIRUPARI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SHUBHAM MAHALANK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XINMEI JIN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rPr>
              <a:t>ZHAOXI CHEN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/>
          <p:nvPr>
            <p:ph type="title"/>
          </p:nvPr>
        </p:nvSpPr>
        <p:spPr>
          <a:xfrm>
            <a:off x="1364750" y="440048"/>
            <a:ext cx="9906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estrial"/>
              <a:buNone/>
            </a:pPr>
            <a:r>
              <a:rPr b="1" lang="en-US"/>
              <a:t>PROJECT MILESTONES:</a:t>
            </a:r>
            <a:endParaRPr b="1"/>
          </a:p>
        </p:txBody>
      </p:sp>
      <p:sp>
        <p:nvSpPr>
          <p:cNvPr id="241" name="Shape 241"/>
          <p:cNvSpPr txBox="1"/>
          <p:nvPr>
            <p:ph idx="1" type="body"/>
          </p:nvPr>
        </p:nvSpPr>
        <p:spPr>
          <a:xfrm>
            <a:off x="1354252" y="1452880"/>
            <a:ext cx="107865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49275" lvl="0" marL="568325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0BFC7"/>
              </a:buClr>
              <a:buSzPts val="3200"/>
              <a:buFont typeface="Noto Sans Symbols"/>
              <a:buChar char="✓"/>
            </a:pPr>
            <a:r>
              <a:rPr lang="en-US" sz="2500">
                <a:solidFill>
                  <a:srgbClr val="B0BFC7"/>
                </a:solidFill>
                <a:latin typeface="Arial"/>
                <a:ea typeface="Arial"/>
                <a:cs typeface="Arial"/>
                <a:sym typeface="Arial"/>
              </a:rPr>
              <a:t>Block Diagram</a:t>
            </a:r>
            <a:endParaRPr sz="2500">
              <a:solidFill>
                <a:srgbClr val="B0BF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9275" lvl="0" marL="5683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FC7"/>
              </a:buClr>
              <a:buSzPts val="3200"/>
              <a:buFont typeface="Noto Sans Symbols"/>
              <a:buChar char="✓"/>
            </a:pPr>
            <a:r>
              <a:rPr lang="en-US" sz="2500">
                <a:solidFill>
                  <a:srgbClr val="B0BFC7"/>
                </a:solidFill>
                <a:latin typeface="Arial"/>
                <a:ea typeface="Arial"/>
                <a:cs typeface="Arial"/>
                <a:sym typeface="Arial"/>
              </a:rPr>
              <a:t>VHDL code of the complete processor and its individual components.</a:t>
            </a:r>
            <a:endParaRPr sz="2500">
              <a:solidFill>
                <a:srgbClr val="B0BF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9275" lvl="0" marL="5683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FC7"/>
              </a:buClr>
              <a:buSzPts val="3200"/>
              <a:buFont typeface="Noto Sans Symbols"/>
              <a:buChar char="✓"/>
            </a:pPr>
            <a:r>
              <a:rPr lang="en-US" sz="2500">
                <a:solidFill>
                  <a:srgbClr val="B0BFC7"/>
                </a:solidFill>
                <a:latin typeface="Arial"/>
                <a:ea typeface="Arial"/>
                <a:cs typeface="Arial"/>
                <a:sym typeface="Arial"/>
              </a:rPr>
              <a:t>Functional Simulation of Individual modules.</a:t>
            </a:r>
            <a:endParaRPr sz="2500">
              <a:solidFill>
                <a:srgbClr val="B0BF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9275" lvl="0" marL="5683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FC7"/>
              </a:buClr>
              <a:buSzPts val="3200"/>
              <a:buFont typeface="Noto Sans Symbols"/>
              <a:buChar char="✓"/>
            </a:pPr>
            <a:r>
              <a:rPr lang="en-US" sz="2500">
                <a:solidFill>
                  <a:srgbClr val="B0BFC7"/>
                </a:solidFill>
                <a:latin typeface="Arial"/>
                <a:ea typeface="Arial"/>
                <a:cs typeface="Arial"/>
                <a:sym typeface="Arial"/>
              </a:rPr>
              <a:t>Functional Simulation of the complete integrated Processor.</a:t>
            </a:r>
            <a:endParaRPr sz="2500">
              <a:solidFill>
                <a:srgbClr val="B0BF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9275" lvl="0" marL="5683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FC7"/>
              </a:buClr>
              <a:buSzPts val="3200"/>
              <a:buFont typeface="Noto Sans Symbols"/>
              <a:buChar char="✓"/>
            </a:pPr>
            <a:r>
              <a:rPr lang="en-US" sz="2500">
                <a:solidFill>
                  <a:srgbClr val="B0BFC7"/>
                </a:solidFill>
                <a:latin typeface="Arial"/>
                <a:ea typeface="Arial"/>
                <a:cs typeface="Arial"/>
                <a:sym typeface="Arial"/>
              </a:rPr>
              <a:t>Simulation of the two sample codes provided.</a:t>
            </a:r>
            <a:endParaRPr sz="2500">
              <a:solidFill>
                <a:srgbClr val="B0BF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9275" lvl="0" marL="5683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FC7"/>
              </a:buClr>
              <a:buSzPts val="3200"/>
              <a:buFont typeface="Noto Sans Symbols"/>
              <a:buChar char="✓"/>
            </a:pPr>
            <a:r>
              <a:rPr lang="en-US" sz="2500">
                <a:solidFill>
                  <a:srgbClr val="B0BFC7"/>
                </a:solidFill>
                <a:latin typeface="Arial"/>
                <a:ea typeface="Arial"/>
                <a:cs typeface="Arial"/>
                <a:sym typeface="Arial"/>
              </a:rPr>
              <a:t>RC5 code in assembly.</a:t>
            </a:r>
            <a:endParaRPr sz="2500">
              <a:solidFill>
                <a:srgbClr val="B0BF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9275" lvl="0" marL="5683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FC7"/>
              </a:buClr>
              <a:buSzPts val="3200"/>
              <a:buFont typeface="Noto Sans Symbols"/>
              <a:buChar char="✓"/>
            </a:pPr>
            <a:r>
              <a:rPr lang="en-US" sz="2500">
                <a:solidFill>
                  <a:srgbClr val="B0BFC7"/>
                </a:solidFill>
                <a:latin typeface="Arial"/>
                <a:ea typeface="Arial"/>
                <a:cs typeface="Arial"/>
                <a:sym typeface="Arial"/>
              </a:rPr>
              <a:t>RC5 assembly code to machine code using the processor’s ISA.</a:t>
            </a:r>
            <a:endParaRPr sz="2500">
              <a:solidFill>
                <a:srgbClr val="B0BF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9275" lvl="0" marL="5683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FC7"/>
              </a:buClr>
              <a:buSzPts val="3200"/>
              <a:buFont typeface="Noto Sans Symbols"/>
              <a:buChar char="✓"/>
            </a:pPr>
            <a:r>
              <a:rPr lang="en-US" sz="2500">
                <a:solidFill>
                  <a:srgbClr val="B0BFC7"/>
                </a:solidFill>
                <a:latin typeface="Arial"/>
                <a:ea typeface="Arial"/>
                <a:cs typeface="Arial"/>
                <a:sym typeface="Arial"/>
              </a:rPr>
              <a:t>Timing Simulation of the Integrated Processor.</a:t>
            </a:r>
            <a:endParaRPr sz="2100">
              <a:solidFill>
                <a:srgbClr val="B0BFC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Shape 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975" y="1041250"/>
            <a:ext cx="9243075" cy="569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Shape 247"/>
          <p:cNvSpPr txBox="1"/>
          <p:nvPr/>
        </p:nvSpPr>
        <p:spPr>
          <a:xfrm>
            <a:off x="2278375" y="0"/>
            <a:ext cx="78180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BLOCK DIAGRAM:</a:t>
            </a:r>
            <a:endParaRPr b="1" sz="36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/>
          <p:nvPr/>
        </p:nvSpPr>
        <p:spPr>
          <a:xfrm>
            <a:off x="2278375" y="0"/>
            <a:ext cx="78180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Design</a:t>
            </a:r>
            <a:r>
              <a:rPr b="1" lang="en-US" sz="36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 b="1" sz="36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253" name="Shape 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0" y="1066675"/>
            <a:ext cx="5715000" cy="5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Shape 254"/>
          <p:cNvSpPr txBox="1"/>
          <p:nvPr/>
        </p:nvSpPr>
        <p:spPr>
          <a:xfrm>
            <a:off x="9586250" y="5381750"/>
            <a:ext cx="17379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B6D7A8"/>
                </a:solidFill>
              </a:rPr>
              <a:t>Inputs</a:t>
            </a:r>
            <a:endParaRPr sz="3000">
              <a:solidFill>
                <a:srgbClr val="B6D7A8"/>
              </a:solidFill>
            </a:endParaRPr>
          </a:p>
        </p:txBody>
      </p:sp>
      <p:cxnSp>
        <p:nvCxnSpPr>
          <p:cNvPr id="255" name="Shape 255"/>
          <p:cNvCxnSpPr>
            <a:stCxn id="254" idx="1"/>
          </p:cNvCxnSpPr>
          <p:nvPr/>
        </p:nvCxnSpPr>
        <p:spPr>
          <a:xfrm rot="10800000">
            <a:off x="8371550" y="5662100"/>
            <a:ext cx="12147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Shape 256"/>
          <p:cNvSpPr/>
          <p:nvPr/>
        </p:nvSpPr>
        <p:spPr>
          <a:xfrm>
            <a:off x="3475725" y="5269625"/>
            <a:ext cx="5026800" cy="8034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Shape 257"/>
          <p:cNvCxnSpPr/>
          <p:nvPr/>
        </p:nvCxnSpPr>
        <p:spPr>
          <a:xfrm flipH="1">
            <a:off x="7998050" y="3756025"/>
            <a:ext cx="1588200" cy="5418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Shape 258"/>
          <p:cNvCxnSpPr/>
          <p:nvPr/>
        </p:nvCxnSpPr>
        <p:spPr>
          <a:xfrm>
            <a:off x="2672200" y="3606525"/>
            <a:ext cx="4391400" cy="6912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Shape 259"/>
          <p:cNvSpPr txBox="1"/>
          <p:nvPr/>
        </p:nvSpPr>
        <p:spPr>
          <a:xfrm>
            <a:off x="9586250" y="3459950"/>
            <a:ext cx="17379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B6D7A8"/>
                </a:solidFill>
              </a:rPr>
              <a:t>dec</a:t>
            </a:r>
            <a:endParaRPr sz="3000">
              <a:solidFill>
                <a:srgbClr val="B6D7A8"/>
              </a:solidFill>
            </a:endParaRPr>
          </a:p>
        </p:txBody>
      </p:sp>
      <p:sp>
        <p:nvSpPr>
          <p:cNvPr id="260" name="Shape 260"/>
          <p:cNvSpPr txBox="1"/>
          <p:nvPr/>
        </p:nvSpPr>
        <p:spPr>
          <a:xfrm>
            <a:off x="1720900" y="3148650"/>
            <a:ext cx="9513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B6D7A8"/>
                </a:solidFill>
              </a:rPr>
              <a:t>enc</a:t>
            </a:r>
            <a:endParaRPr sz="3000">
              <a:solidFill>
                <a:srgbClr val="B6D7A8"/>
              </a:solidFill>
            </a:endParaRPr>
          </a:p>
        </p:txBody>
      </p:sp>
      <p:sp>
        <p:nvSpPr>
          <p:cNvPr id="261" name="Shape 261"/>
          <p:cNvSpPr txBox="1"/>
          <p:nvPr/>
        </p:nvSpPr>
        <p:spPr>
          <a:xfrm>
            <a:off x="9586250" y="4596925"/>
            <a:ext cx="14487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B6D7A8"/>
                </a:solidFill>
              </a:rPr>
              <a:t>key_in</a:t>
            </a:r>
            <a:endParaRPr sz="3000">
              <a:solidFill>
                <a:srgbClr val="B6D7A8"/>
              </a:solidFill>
            </a:endParaRPr>
          </a:p>
        </p:txBody>
      </p:sp>
      <p:cxnSp>
        <p:nvCxnSpPr>
          <p:cNvPr id="262" name="Shape 262"/>
          <p:cNvCxnSpPr>
            <a:stCxn id="261" idx="1"/>
          </p:cNvCxnSpPr>
          <p:nvPr/>
        </p:nvCxnSpPr>
        <p:spPr>
          <a:xfrm rot="10800000">
            <a:off x="7642850" y="4597075"/>
            <a:ext cx="1943400" cy="2802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Shape 263"/>
          <p:cNvCxnSpPr/>
          <p:nvPr/>
        </p:nvCxnSpPr>
        <p:spPr>
          <a:xfrm flipH="1">
            <a:off x="7586900" y="2074225"/>
            <a:ext cx="1644300" cy="17379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Shape 264"/>
          <p:cNvSpPr txBox="1"/>
          <p:nvPr/>
        </p:nvSpPr>
        <p:spPr>
          <a:xfrm>
            <a:off x="9231200" y="1831050"/>
            <a:ext cx="20886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B6D7A8"/>
                </a:solidFill>
              </a:rPr>
              <a:t>bit choose</a:t>
            </a:r>
            <a:endParaRPr sz="3000">
              <a:solidFill>
                <a:srgbClr val="B6D7A8"/>
              </a:solidFill>
            </a:endParaRPr>
          </a:p>
        </p:txBody>
      </p:sp>
      <p:cxnSp>
        <p:nvCxnSpPr>
          <p:cNvPr id="265" name="Shape 265"/>
          <p:cNvCxnSpPr>
            <a:stCxn id="266" idx="1"/>
          </p:cNvCxnSpPr>
          <p:nvPr/>
        </p:nvCxnSpPr>
        <p:spPr>
          <a:xfrm flipH="1">
            <a:off x="7586950" y="2925850"/>
            <a:ext cx="2088600" cy="13347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" name="Shape 266"/>
          <p:cNvSpPr txBox="1"/>
          <p:nvPr/>
        </p:nvSpPr>
        <p:spPr>
          <a:xfrm>
            <a:off x="9675550" y="2645500"/>
            <a:ext cx="17379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B6D7A8"/>
                </a:solidFill>
              </a:rPr>
              <a:t>clr</a:t>
            </a:r>
            <a:endParaRPr sz="3000">
              <a:solidFill>
                <a:srgbClr val="B6D7A8"/>
              </a:solidFill>
            </a:endParaRPr>
          </a:p>
        </p:txBody>
      </p:sp>
      <p:sp>
        <p:nvSpPr>
          <p:cNvPr id="267" name="Shape 267"/>
          <p:cNvSpPr/>
          <p:nvPr/>
        </p:nvSpPr>
        <p:spPr>
          <a:xfrm>
            <a:off x="4241875" y="4615500"/>
            <a:ext cx="3027300" cy="5418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" name="Shape 268"/>
          <p:cNvCxnSpPr>
            <a:endCxn id="267" idx="1"/>
          </p:cNvCxnSpPr>
          <p:nvPr/>
        </p:nvCxnSpPr>
        <p:spPr>
          <a:xfrm flipH="1" rot="10800000">
            <a:off x="3083275" y="4886400"/>
            <a:ext cx="1158600" cy="282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Shape 269"/>
          <p:cNvSpPr txBox="1"/>
          <p:nvPr/>
        </p:nvSpPr>
        <p:spPr>
          <a:xfrm>
            <a:off x="1139900" y="4620150"/>
            <a:ext cx="1943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B6D7A8"/>
                </a:solidFill>
              </a:rPr>
              <a:t>show dout</a:t>
            </a:r>
            <a:endParaRPr sz="3000">
              <a:solidFill>
                <a:srgbClr val="B6D7A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/>
          <p:nvPr>
            <p:ph type="title"/>
          </p:nvPr>
        </p:nvSpPr>
        <p:spPr>
          <a:xfrm>
            <a:off x="1143000" y="10416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Performance Analysis: LUTs</a:t>
            </a:r>
            <a:endParaRPr sz="4800"/>
          </a:p>
        </p:txBody>
      </p:sp>
      <p:sp>
        <p:nvSpPr>
          <p:cNvPr id="275" name="Shape 275"/>
          <p:cNvSpPr txBox="1"/>
          <p:nvPr>
            <p:ph idx="1" type="body"/>
          </p:nvPr>
        </p:nvSpPr>
        <p:spPr>
          <a:xfrm>
            <a:off x="1141400" y="2249475"/>
            <a:ext cx="1979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LUT : </a:t>
            </a:r>
            <a:r>
              <a:rPr b="1" lang="en-US" sz="3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 sz="3600">
              <a:solidFill>
                <a:srgbClr val="B7B7B7"/>
              </a:solidFill>
            </a:endParaRPr>
          </a:p>
        </p:txBody>
      </p:sp>
      <p:pic>
        <p:nvPicPr>
          <p:cNvPr id="276" name="Shape 276"/>
          <p:cNvPicPr preferRelativeResize="0"/>
          <p:nvPr/>
        </p:nvPicPr>
        <p:blipFill rotWithShape="1">
          <a:blip r:embed="rId3">
            <a:alphaModFix/>
          </a:blip>
          <a:srcRect b="0" l="0" r="16763" t="0"/>
          <a:stretch/>
        </p:blipFill>
        <p:spPr>
          <a:xfrm>
            <a:off x="3581875" y="1274250"/>
            <a:ext cx="7661426" cy="533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/>
          <p:nvPr>
            <p:ph type="title"/>
          </p:nvPr>
        </p:nvSpPr>
        <p:spPr>
          <a:xfrm>
            <a:off x="1142988" y="286693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Performance Analysis</a:t>
            </a:r>
            <a:endParaRPr sz="4800"/>
          </a:p>
        </p:txBody>
      </p:sp>
      <p:sp>
        <p:nvSpPr>
          <p:cNvPr id="282" name="Shape 282"/>
          <p:cNvSpPr txBox="1"/>
          <p:nvPr>
            <p:ph idx="1" type="body"/>
          </p:nvPr>
        </p:nvSpPr>
        <p:spPr>
          <a:xfrm>
            <a:off x="1143000" y="1622657"/>
            <a:ext cx="99060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B0BFC7"/>
                </a:solidFill>
                <a:latin typeface="Calibri"/>
                <a:ea typeface="Calibri"/>
                <a:cs typeface="Calibri"/>
                <a:sym typeface="Calibri"/>
              </a:rPr>
              <a:t>Critical path delay: 16.814 ns.</a:t>
            </a:r>
            <a:endParaRPr sz="3000">
              <a:solidFill>
                <a:srgbClr val="B0BFC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B0BFC7"/>
                </a:solidFill>
                <a:latin typeface="Calibri"/>
                <a:ea typeface="Calibri"/>
                <a:cs typeface="Calibri"/>
                <a:sym typeface="Calibri"/>
              </a:rPr>
              <a:t>Max frequency of operation: 159.083MHz.</a:t>
            </a:r>
            <a:endParaRPr sz="3000">
              <a:solidFill>
                <a:srgbClr val="B0BF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Shape 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600" y="3142576"/>
            <a:ext cx="11271724" cy="26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/>
          <p:nvPr>
            <p:ph type="title"/>
          </p:nvPr>
        </p:nvSpPr>
        <p:spPr>
          <a:xfrm>
            <a:off x="1217613" y="999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Performance Analysis: RC5 </a:t>
            </a:r>
            <a:endParaRPr sz="4800"/>
          </a:p>
        </p:txBody>
      </p:sp>
      <p:graphicFrame>
        <p:nvGraphicFramePr>
          <p:cNvPr id="289" name="Shape 289"/>
          <p:cNvGraphicFramePr/>
          <p:nvPr/>
        </p:nvGraphicFramePr>
        <p:xfrm>
          <a:off x="1217575" y="301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{661A0D8A-D1A4-4DD4-B8D7-AE3405CAA729}</a:tableStyleId>
              </a:tblPr>
              <a:tblGrid>
                <a:gridCol w="1981200"/>
                <a:gridCol w="1981200"/>
                <a:gridCol w="1981200"/>
                <a:gridCol w="1981200"/>
                <a:gridCol w="1981200"/>
              </a:tblGrid>
              <a:tr h="12002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Encryption</a:t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Decryption</a:t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Expansion</a:t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Operation</a:t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28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Clock Cycles</a:t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1248</a:t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1272</a:t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5442</a:t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7962</a:t>
                      </a:r>
                      <a:endParaRPr b="1" sz="3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0B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/>
          <p:nvPr>
            <p:ph type="title"/>
          </p:nvPr>
        </p:nvSpPr>
        <p:spPr>
          <a:xfrm>
            <a:off x="1217613" y="999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Project Demo with Test Vector</a:t>
            </a:r>
            <a:endParaRPr sz="4800"/>
          </a:p>
        </p:txBody>
      </p:sp>
      <p:sp>
        <p:nvSpPr>
          <p:cNvPr id="295" name="Shape 295"/>
          <p:cNvSpPr txBox="1"/>
          <p:nvPr>
            <p:ph idx="1" type="body"/>
          </p:nvPr>
        </p:nvSpPr>
        <p:spPr>
          <a:xfrm>
            <a:off x="1143000" y="2780246"/>
            <a:ext cx="9906000" cy="20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ukey: </a:t>
            </a:r>
            <a:r>
              <a:rPr lang="en-US" sz="3000">
                <a:solidFill>
                  <a:srgbClr val="B0BFC7"/>
                </a:solidFill>
                <a:latin typeface="Calibri"/>
                <a:ea typeface="Calibri"/>
                <a:cs typeface="Calibri"/>
                <a:sym typeface="Calibri"/>
              </a:rPr>
              <a:t>0000ee88 12000043 00055001 0022ee88</a:t>
            </a:r>
            <a:endParaRPr sz="3000">
              <a:solidFill>
                <a:srgbClr val="B0BFC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din: </a:t>
            </a:r>
            <a:r>
              <a:rPr lang="en-US" sz="3000">
                <a:solidFill>
                  <a:srgbClr val="B0BFC7"/>
                </a:solidFill>
                <a:latin typeface="Calibri"/>
                <a:ea typeface="Calibri"/>
                <a:cs typeface="Calibri"/>
                <a:sym typeface="Calibri"/>
              </a:rPr>
              <a:t>1234ffff ffff5678</a:t>
            </a:r>
            <a:endParaRPr sz="3000">
              <a:solidFill>
                <a:srgbClr val="B0BF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